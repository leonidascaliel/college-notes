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</p:sldMasterIdLst>
  <p:notesMasterIdLst>
    <p:notesMasterId r:id="rId27"/>
  </p:notesMasterIdLst>
  <p:sldIdLst>
    <p:sldId id="263" r:id="rId5"/>
    <p:sldId id="261" r:id="rId6"/>
    <p:sldId id="258" r:id="rId7"/>
    <p:sldId id="264" r:id="rId8"/>
    <p:sldId id="266" r:id="rId9"/>
    <p:sldId id="285" r:id="rId10"/>
    <p:sldId id="307" r:id="rId11"/>
    <p:sldId id="286" r:id="rId12"/>
    <p:sldId id="301" r:id="rId13"/>
    <p:sldId id="290" r:id="rId14"/>
    <p:sldId id="302" r:id="rId15"/>
    <p:sldId id="288" r:id="rId16"/>
    <p:sldId id="293" r:id="rId17"/>
    <p:sldId id="295" r:id="rId18"/>
    <p:sldId id="297" r:id="rId19"/>
    <p:sldId id="298" r:id="rId20"/>
    <p:sldId id="299" r:id="rId21"/>
    <p:sldId id="300" r:id="rId22"/>
    <p:sldId id="303" r:id="rId23"/>
    <p:sldId id="304" r:id="rId24"/>
    <p:sldId id="305" r:id="rId25"/>
    <p:sldId id="306" r:id="rId26"/>
  </p:sldIdLst>
  <p:sldSz cx="9144000" cy="6858000" type="screen4x3"/>
  <p:notesSz cx="6858000" cy="9144000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Microsoft YaHei" panose="020B0503020204020204" pitchFamily="34" charset="-122"/>
        <a:cs typeface="+mn-cs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Microsoft YaHei" panose="020B0503020204020204" pitchFamily="34" charset="-122"/>
        <a:cs typeface="+mn-cs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Microsoft YaHei" panose="020B0503020204020204" pitchFamily="34" charset="-122"/>
        <a:cs typeface="+mn-cs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Microsoft YaHei" panose="020B0503020204020204" pitchFamily="34" charset="-122"/>
        <a:cs typeface="+mn-cs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Microsoft YaHei" panose="020B0503020204020204" pitchFamily="34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Microsoft YaHei" panose="020B0503020204020204" pitchFamily="34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Microsoft YaHei" panose="020B0503020204020204" pitchFamily="34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Microsoft YaHei" panose="020B0503020204020204" pitchFamily="34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Microsoft YaHei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>
      <p:cViewPr varScale="1">
        <p:scale>
          <a:sx n="66" d="100"/>
          <a:sy n="66" d="100"/>
        </p:scale>
        <p:origin x="1877" y="278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0" y="695325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4813" cy="4113213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416677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330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8">
            <a:extLst>
              <a:ext uri="{FF2B5EF4-FFF2-40B4-BE49-F238E27FC236}">
                <a16:creationId xmlns:a16="http://schemas.microsoft.com/office/drawing/2014/main" id="{70B5EC9F-6664-B2B2-6F32-EA61AB48513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1888218-5E66-431E-B164-DB3629B28398}" type="slidenum">
              <a:rPr lang="pt-BR" altLang="pt-BR"/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pt-BR" altLang="pt-BR"/>
          </a:p>
        </p:txBody>
      </p:sp>
      <p:sp>
        <p:nvSpPr>
          <p:cNvPr id="15363" name="Rectangle 1">
            <a:extLst>
              <a:ext uri="{FF2B5EF4-FFF2-40B4-BE49-F238E27FC236}">
                <a16:creationId xmlns:a16="http://schemas.microsoft.com/office/drawing/2014/main" id="{EAC544D5-A148-4D12-BB6A-1C4247E45D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48B13EA9-75FC-82F7-886D-DB60FBB781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8">
            <a:extLst>
              <a:ext uri="{FF2B5EF4-FFF2-40B4-BE49-F238E27FC236}">
                <a16:creationId xmlns:a16="http://schemas.microsoft.com/office/drawing/2014/main" id="{79D2A89B-4C45-38AB-187F-A8945BB4555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BB88A92-AC79-4714-AD12-A9B399D55F01}" type="slidenum">
              <a:rPr lang="pt-BR" altLang="pt-BR"/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pt-BR" altLang="pt-BR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EF3376F1-3B9D-387B-15D5-BD49C29EE4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8FC093BF-0F01-5E97-1572-6D1F92B6DE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0477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8">
            <a:extLst>
              <a:ext uri="{FF2B5EF4-FFF2-40B4-BE49-F238E27FC236}">
                <a16:creationId xmlns:a16="http://schemas.microsoft.com/office/drawing/2014/main" id="{988B1E20-43B2-FE95-0DA3-625B1DC982C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3977734-21A6-4CAB-9C85-5FCB50217E01}" type="slidenum">
              <a:rPr lang="pt-BR" altLang="pt-BR"/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pt-BR" altLang="pt-BR"/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302E2D1A-242E-009F-31AD-6C433DFE57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05FEDD41-E30D-3FC2-9CA3-00A65BEE22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8">
            <a:extLst>
              <a:ext uri="{FF2B5EF4-FFF2-40B4-BE49-F238E27FC236}">
                <a16:creationId xmlns:a16="http://schemas.microsoft.com/office/drawing/2014/main" id="{18591FD6-DD7D-A387-25E8-62F6BD690AB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6C088A0-1A7A-4D7A-84D3-B3EFBF1DB309}" type="slidenum">
              <a:rPr lang="pt-BR" altLang="pt-BR"/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pt-BR" altLang="pt-BR"/>
          </a:p>
        </p:txBody>
      </p:sp>
      <p:sp>
        <p:nvSpPr>
          <p:cNvPr id="23555" name="Rectangle 1">
            <a:extLst>
              <a:ext uri="{FF2B5EF4-FFF2-40B4-BE49-F238E27FC236}">
                <a16:creationId xmlns:a16="http://schemas.microsoft.com/office/drawing/2014/main" id="{74FC9F66-B015-F3F1-6E96-86019E760D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718DDE61-F58A-2493-B2FB-9204CE89C2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8">
            <a:extLst>
              <a:ext uri="{FF2B5EF4-FFF2-40B4-BE49-F238E27FC236}">
                <a16:creationId xmlns:a16="http://schemas.microsoft.com/office/drawing/2014/main" id="{BFA55B7A-DB04-6159-5D82-87ADEFD1107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1174904-ED68-4FBE-BBBC-6D6F2A3F3547}" type="slidenum">
              <a:rPr lang="pt-BR" altLang="pt-BR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pt-BR" altLang="pt-BR">
              <a:solidFill>
                <a:srgbClr val="FFFFFF"/>
              </a:solidFill>
            </a:endParaRPr>
          </a:p>
        </p:txBody>
      </p:sp>
      <p:sp>
        <p:nvSpPr>
          <p:cNvPr id="33795" name="Rectangle 1">
            <a:extLst>
              <a:ext uri="{FF2B5EF4-FFF2-40B4-BE49-F238E27FC236}">
                <a16:creationId xmlns:a16="http://schemas.microsoft.com/office/drawing/2014/main" id="{63177E27-C2B7-9815-4FD5-C8FFC67711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id="{ADEF78D4-F029-F812-03A0-A4A67FC4DE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7613" cy="4113213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8">
            <a:extLst>
              <a:ext uri="{FF2B5EF4-FFF2-40B4-BE49-F238E27FC236}">
                <a16:creationId xmlns:a16="http://schemas.microsoft.com/office/drawing/2014/main" id="{BFA55B7A-DB04-6159-5D82-87ADEFD1107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1174904-ED68-4FBE-BBBC-6D6F2A3F3547}" type="slidenum">
              <a:rPr lang="pt-BR" altLang="pt-BR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pt-BR" altLang="pt-BR">
              <a:solidFill>
                <a:srgbClr val="FFFFFF"/>
              </a:solidFill>
            </a:endParaRPr>
          </a:p>
        </p:txBody>
      </p:sp>
      <p:sp>
        <p:nvSpPr>
          <p:cNvPr id="33795" name="Rectangle 1">
            <a:extLst>
              <a:ext uri="{FF2B5EF4-FFF2-40B4-BE49-F238E27FC236}">
                <a16:creationId xmlns:a16="http://schemas.microsoft.com/office/drawing/2014/main" id="{63177E27-C2B7-9815-4FD5-C8FFC67711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id="{ADEF78D4-F029-F812-03A0-A4A67FC4DE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7613" cy="4113213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4415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8">
            <a:extLst>
              <a:ext uri="{FF2B5EF4-FFF2-40B4-BE49-F238E27FC236}">
                <a16:creationId xmlns:a16="http://schemas.microsoft.com/office/drawing/2014/main" id="{BFA55B7A-DB04-6159-5D82-87ADEFD1107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1174904-ED68-4FBE-BBBC-6D6F2A3F3547}" type="slidenum">
              <a:rPr lang="pt-BR" altLang="pt-BR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pt-BR" altLang="pt-BR">
              <a:solidFill>
                <a:srgbClr val="FFFFFF"/>
              </a:solidFill>
            </a:endParaRPr>
          </a:p>
        </p:txBody>
      </p:sp>
      <p:sp>
        <p:nvSpPr>
          <p:cNvPr id="33795" name="Rectangle 1">
            <a:extLst>
              <a:ext uri="{FF2B5EF4-FFF2-40B4-BE49-F238E27FC236}">
                <a16:creationId xmlns:a16="http://schemas.microsoft.com/office/drawing/2014/main" id="{63177E27-C2B7-9815-4FD5-C8FFC67711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id="{ADEF78D4-F029-F812-03A0-A4A67FC4DE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7613" cy="4113213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2117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8">
            <a:extLst>
              <a:ext uri="{FF2B5EF4-FFF2-40B4-BE49-F238E27FC236}">
                <a16:creationId xmlns:a16="http://schemas.microsoft.com/office/drawing/2014/main" id="{BFA55B7A-DB04-6159-5D82-87ADEFD1107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1174904-ED68-4FBE-BBBC-6D6F2A3F3547}" type="slidenum">
              <a:rPr lang="pt-BR" altLang="pt-BR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pt-BR" altLang="pt-BR">
              <a:solidFill>
                <a:srgbClr val="FFFFFF"/>
              </a:solidFill>
            </a:endParaRPr>
          </a:p>
        </p:txBody>
      </p:sp>
      <p:sp>
        <p:nvSpPr>
          <p:cNvPr id="33795" name="Rectangle 1">
            <a:extLst>
              <a:ext uri="{FF2B5EF4-FFF2-40B4-BE49-F238E27FC236}">
                <a16:creationId xmlns:a16="http://schemas.microsoft.com/office/drawing/2014/main" id="{63177E27-C2B7-9815-4FD5-C8FFC67711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id="{ADEF78D4-F029-F812-03A0-A4A67FC4DE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7613" cy="4113213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40470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8">
            <a:extLst>
              <a:ext uri="{FF2B5EF4-FFF2-40B4-BE49-F238E27FC236}">
                <a16:creationId xmlns:a16="http://schemas.microsoft.com/office/drawing/2014/main" id="{BFA55B7A-DB04-6159-5D82-87ADEFD1107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1174904-ED68-4FBE-BBBC-6D6F2A3F3547}" type="slidenum">
              <a:rPr lang="pt-BR" altLang="pt-BR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pt-BR" altLang="pt-BR">
              <a:solidFill>
                <a:srgbClr val="FFFFFF"/>
              </a:solidFill>
            </a:endParaRPr>
          </a:p>
        </p:txBody>
      </p:sp>
      <p:sp>
        <p:nvSpPr>
          <p:cNvPr id="33795" name="Rectangle 1">
            <a:extLst>
              <a:ext uri="{FF2B5EF4-FFF2-40B4-BE49-F238E27FC236}">
                <a16:creationId xmlns:a16="http://schemas.microsoft.com/office/drawing/2014/main" id="{63177E27-C2B7-9815-4FD5-C8FFC67711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id="{ADEF78D4-F029-F812-03A0-A4A67FC4DE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7613" cy="4113213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53989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8">
            <a:extLst>
              <a:ext uri="{FF2B5EF4-FFF2-40B4-BE49-F238E27FC236}">
                <a16:creationId xmlns:a16="http://schemas.microsoft.com/office/drawing/2014/main" id="{BFA55B7A-DB04-6159-5D82-87ADEFD1107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1174904-ED68-4FBE-BBBC-6D6F2A3F3547}" type="slidenum">
              <a:rPr lang="pt-BR" altLang="pt-BR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pt-BR" altLang="pt-BR">
              <a:solidFill>
                <a:srgbClr val="FFFFFF"/>
              </a:solidFill>
            </a:endParaRPr>
          </a:p>
        </p:txBody>
      </p:sp>
      <p:sp>
        <p:nvSpPr>
          <p:cNvPr id="33795" name="Rectangle 1">
            <a:extLst>
              <a:ext uri="{FF2B5EF4-FFF2-40B4-BE49-F238E27FC236}">
                <a16:creationId xmlns:a16="http://schemas.microsoft.com/office/drawing/2014/main" id="{63177E27-C2B7-9815-4FD5-C8FFC67711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id="{ADEF78D4-F029-F812-03A0-A4A67FC4DE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7613" cy="4113213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224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8">
            <a:extLst>
              <a:ext uri="{FF2B5EF4-FFF2-40B4-BE49-F238E27FC236}">
                <a16:creationId xmlns:a16="http://schemas.microsoft.com/office/drawing/2014/main" id="{BFA55B7A-DB04-6159-5D82-87ADEFD1107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1174904-ED68-4FBE-BBBC-6D6F2A3F3547}" type="slidenum">
              <a:rPr lang="pt-BR" altLang="pt-BR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pt-BR" altLang="pt-BR">
              <a:solidFill>
                <a:srgbClr val="FFFFFF"/>
              </a:solidFill>
            </a:endParaRPr>
          </a:p>
        </p:txBody>
      </p:sp>
      <p:sp>
        <p:nvSpPr>
          <p:cNvPr id="33795" name="Rectangle 1">
            <a:extLst>
              <a:ext uri="{FF2B5EF4-FFF2-40B4-BE49-F238E27FC236}">
                <a16:creationId xmlns:a16="http://schemas.microsoft.com/office/drawing/2014/main" id="{63177E27-C2B7-9815-4FD5-C8FFC67711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id="{ADEF78D4-F029-F812-03A0-A4A67FC4DE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7613" cy="4113213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3824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8">
            <a:extLst>
              <a:ext uri="{FF2B5EF4-FFF2-40B4-BE49-F238E27FC236}">
                <a16:creationId xmlns:a16="http://schemas.microsoft.com/office/drawing/2014/main" id="{BFA55B7A-DB04-6159-5D82-87ADEFD1107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1174904-ED68-4FBE-BBBC-6D6F2A3F3547}" type="slidenum">
              <a:rPr lang="pt-BR" altLang="pt-BR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pt-BR" altLang="pt-BR">
              <a:solidFill>
                <a:srgbClr val="FFFFFF"/>
              </a:solidFill>
            </a:endParaRPr>
          </a:p>
        </p:txBody>
      </p:sp>
      <p:sp>
        <p:nvSpPr>
          <p:cNvPr id="33795" name="Rectangle 1">
            <a:extLst>
              <a:ext uri="{FF2B5EF4-FFF2-40B4-BE49-F238E27FC236}">
                <a16:creationId xmlns:a16="http://schemas.microsoft.com/office/drawing/2014/main" id="{63177E27-C2B7-9815-4FD5-C8FFC67711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id="{ADEF78D4-F029-F812-03A0-A4A67FC4DE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7613" cy="4113213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5428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8">
            <a:extLst>
              <a:ext uri="{FF2B5EF4-FFF2-40B4-BE49-F238E27FC236}">
                <a16:creationId xmlns:a16="http://schemas.microsoft.com/office/drawing/2014/main" id="{BFA55B7A-DB04-6159-5D82-87ADEFD1107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1174904-ED68-4FBE-BBBC-6D6F2A3F3547}" type="slidenum">
              <a:rPr lang="pt-BR" altLang="pt-BR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pt-BR" altLang="pt-BR">
              <a:solidFill>
                <a:srgbClr val="FFFFFF"/>
              </a:solidFill>
            </a:endParaRPr>
          </a:p>
        </p:txBody>
      </p:sp>
      <p:sp>
        <p:nvSpPr>
          <p:cNvPr id="33795" name="Rectangle 1">
            <a:extLst>
              <a:ext uri="{FF2B5EF4-FFF2-40B4-BE49-F238E27FC236}">
                <a16:creationId xmlns:a16="http://schemas.microsoft.com/office/drawing/2014/main" id="{63177E27-C2B7-9815-4FD5-C8FFC67711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id="{ADEF78D4-F029-F812-03A0-A4A67FC4DE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7613" cy="4113213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6356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8">
            <a:extLst>
              <a:ext uri="{FF2B5EF4-FFF2-40B4-BE49-F238E27FC236}">
                <a16:creationId xmlns:a16="http://schemas.microsoft.com/office/drawing/2014/main" id="{BFA55B7A-DB04-6159-5D82-87ADEFD1107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1174904-ED68-4FBE-BBBC-6D6F2A3F3547}" type="slidenum">
              <a:rPr lang="pt-BR" altLang="pt-BR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pt-BR" altLang="pt-BR">
              <a:solidFill>
                <a:srgbClr val="FFFFFF"/>
              </a:solidFill>
            </a:endParaRPr>
          </a:p>
        </p:txBody>
      </p:sp>
      <p:sp>
        <p:nvSpPr>
          <p:cNvPr id="33795" name="Rectangle 1">
            <a:extLst>
              <a:ext uri="{FF2B5EF4-FFF2-40B4-BE49-F238E27FC236}">
                <a16:creationId xmlns:a16="http://schemas.microsoft.com/office/drawing/2014/main" id="{63177E27-C2B7-9815-4FD5-C8FFC67711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id="{ADEF78D4-F029-F812-03A0-A4A67FC4DE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7613" cy="4113213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5224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8">
            <a:extLst>
              <a:ext uri="{FF2B5EF4-FFF2-40B4-BE49-F238E27FC236}">
                <a16:creationId xmlns:a16="http://schemas.microsoft.com/office/drawing/2014/main" id="{BFA55B7A-DB04-6159-5D82-87ADEFD1107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1174904-ED68-4FBE-BBBC-6D6F2A3F3547}" type="slidenum">
              <a:rPr lang="pt-BR" altLang="pt-BR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pt-BR" altLang="pt-BR">
              <a:solidFill>
                <a:srgbClr val="FFFFFF"/>
              </a:solidFill>
            </a:endParaRPr>
          </a:p>
        </p:txBody>
      </p:sp>
      <p:sp>
        <p:nvSpPr>
          <p:cNvPr id="33795" name="Rectangle 1">
            <a:extLst>
              <a:ext uri="{FF2B5EF4-FFF2-40B4-BE49-F238E27FC236}">
                <a16:creationId xmlns:a16="http://schemas.microsoft.com/office/drawing/2014/main" id="{63177E27-C2B7-9815-4FD5-C8FFC67711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id="{ADEF78D4-F029-F812-03A0-A4A67FC4DE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7613" cy="4113213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7052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8">
            <a:extLst>
              <a:ext uri="{FF2B5EF4-FFF2-40B4-BE49-F238E27FC236}">
                <a16:creationId xmlns:a16="http://schemas.microsoft.com/office/drawing/2014/main" id="{BFA55B7A-DB04-6159-5D82-87ADEFD1107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1174904-ED68-4FBE-BBBC-6D6F2A3F3547}" type="slidenum">
              <a:rPr lang="pt-BR" altLang="pt-BR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pt-BR" altLang="pt-BR">
              <a:solidFill>
                <a:srgbClr val="FFFFFF"/>
              </a:solidFill>
            </a:endParaRPr>
          </a:p>
        </p:txBody>
      </p:sp>
      <p:sp>
        <p:nvSpPr>
          <p:cNvPr id="33795" name="Rectangle 1">
            <a:extLst>
              <a:ext uri="{FF2B5EF4-FFF2-40B4-BE49-F238E27FC236}">
                <a16:creationId xmlns:a16="http://schemas.microsoft.com/office/drawing/2014/main" id="{63177E27-C2B7-9815-4FD5-C8FFC67711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id="{ADEF78D4-F029-F812-03A0-A4A67FC4DE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7613" cy="4113213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8783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8">
            <a:extLst>
              <a:ext uri="{FF2B5EF4-FFF2-40B4-BE49-F238E27FC236}">
                <a16:creationId xmlns:a16="http://schemas.microsoft.com/office/drawing/2014/main" id="{BFA55B7A-DB04-6159-5D82-87ADEFD1107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1174904-ED68-4FBE-BBBC-6D6F2A3F3547}" type="slidenum">
              <a:rPr lang="pt-BR" altLang="pt-BR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pt-BR" altLang="pt-BR">
              <a:solidFill>
                <a:srgbClr val="FFFFFF"/>
              </a:solidFill>
            </a:endParaRPr>
          </a:p>
        </p:txBody>
      </p:sp>
      <p:sp>
        <p:nvSpPr>
          <p:cNvPr id="33795" name="Rectangle 1">
            <a:extLst>
              <a:ext uri="{FF2B5EF4-FFF2-40B4-BE49-F238E27FC236}">
                <a16:creationId xmlns:a16="http://schemas.microsoft.com/office/drawing/2014/main" id="{63177E27-C2B7-9815-4FD5-C8FFC67711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id="{ADEF78D4-F029-F812-03A0-A4A67FC4DE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7613" cy="4113213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96978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8">
            <a:extLst>
              <a:ext uri="{FF2B5EF4-FFF2-40B4-BE49-F238E27FC236}">
                <a16:creationId xmlns:a16="http://schemas.microsoft.com/office/drawing/2014/main" id="{BFA55B7A-DB04-6159-5D82-87ADEFD1107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1174904-ED68-4FBE-BBBC-6D6F2A3F3547}" type="slidenum">
              <a:rPr lang="pt-BR" altLang="pt-BR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pt-BR" altLang="pt-BR">
              <a:solidFill>
                <a:srgbClr val="FFFFFF"/>
              </a:solidFill>
            </a:endParaRPr>
          </a:p>
        </p:txBody>
      </p:sp>
      <p:sp>
        <p:nvSpPr>
          <p:cNvPr id="33795" name="Rectangle 1">
            <a:extLst>
              <a:ext uri="{FF2B5EF4-FFF2-40B4-BE49-F238E27FC236}">
                <a16:creationId xmlns:a16="http://schemas.microsoft.com/office/drawing/2014/main" id="{63177E27-C2B7-9815-4FD5-C8FFC67711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id="{ADEF78D4-F029-F812-03A0-A4A67FC4DE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7613" cy="4113213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1288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8">
            <a:extLst>
              <a:ext uri="{FF2B5EF4-FFF2-40B4-BE49-F238E27FC236}">
                <a16:creationId xmlns:a16="http://schemas.microsoft.com/office/drawing/2014/main" id="{BFA55B7A-DB04-6159-5D82-87ADEFD1107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1174904-ED68-4FBE-BBBC-6D6F2A3F3547}" type="slidenum">
              <a:rPr lang="pt-BR" altLang="pt-BR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pt-BR" altLang="pt-BR">
              <a:solidFill>
                <a:srgbClr val="FFFFFF"/>
              </a:solidFill>
            </a:endParaRPr>
          </a:p>
        </p:txBody>
      </p:sp>
      <p:sp>
        <p:nvSpPr>
          <p:cNvPr id="33795" name="Rectangle 1">
            <a:extLst>
              <a:ext uri="{FF2B5EF4-FFF2-40B4-BE49-F238E27FC236}">
                <a16:creationId xmlns:a16="http://schemas.microsoft.com/office/drawing/2014/main" id="{63177E27-C2B7-9815-4FD5-C8FFC67711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id="{ADEF78D4-F029-F812-03A0-A4A67FC4DE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7613" cy="4113213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3193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8">
            <a:extLst>
              <a:ext uri="{FF2B5EF4-FFF2-40B4-BE49-F238E27FC236}">
                <a16:creationId xmlns:a16="http://schemas.microsoft.com/office/drawing/2014/main" id="{BFA55B7A-DB04-6159-5D82-87ADEFD1107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1174904-ED68-4FBE-BBBC-6D6F2A3F3547}" type="slidenum">
              <a:rPr lang="pt-BR" altLang="pt-BR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pt-BR" altLang="pt-BR">
              <a:solidFill>
                <a:srgbClr val="FFFFFF"/>
              </a:solidFill>
            </a:endParaRPr>
          </a:p>
        </p:txBody>
      </p:sp>
      <p:sp>
        <p:nvSpPr>
          <p:cNvPr id="33795" name="Rectangle 1">
            <a:extLst>
              <a:ext uri="{FF2B5EF4-FFF2-40B4-BE49-F238E27FC236}">
                <a16:creationId xmlns:a16="http://schemas.microsoft.com/office/drawing/2014/main" id="{63177E27-C2B7-9815-4FD5-C8FFC67711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id="{ADEF78D4-F029-F812-03A0-A4A67FC4DE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7613" cy="4113213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47356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8">
            <a:extLst>
              <a:ext uri="{FF2B5EF4-FFF2-40B4-BE49-F238E27FC236}">
                <a16:creationId xmlns:a16="http://schemas.microsoft.com/office/drawing/2014/main" id="{BFA55B7A-DB04-6159-5D82-87ADEFD1107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1174904-ED68-4FBE-BBBC-6D6F2A3F3547}" type="slidenum">
              <a:rPr lang="pt-BR" altLang="pt-BR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pt-BR" altLang="pt-BR">
              <a:solidFill>
                <a:srgbClr val="FFFFFF"/>
              </a:solidFill>
            </a:endParaRPr>
          </a:p>
        </p:txBody>
      </p:sp>
      <p:sp>
        <p:nvSpPr>
          <p:cNvPr id="33795" name="Rectangle 1">
            <a:extLst>
              <a:ext uri="{FF2B5EF4-FFF2-40B4-BE49-F238E27FC236}">
                <a16:creationId xmlns:a16="http://schemas.microsoft.com/office/drawing/2014/main" id="{63177E27-C2B7-9815-4FD5-C8FFC67711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id="{ADEF78D4-F029-F812-03A0-A4A67FC4DE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7613" cy="4113213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8037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1EEFB0-67D2-4891-B1F4-B0F34ECECA5F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03228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83BBDA-8915-436B-A3F5-4D07A605C032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11643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3D9AD4-FB6A-400A-B71B-F3F094504FAA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67969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08412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133975" y="1981200"/>
            <a:ext cx="3810000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BFCFA9-D003-4C44-B041-A079F96E5FEF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39195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534B59-1A35-464E-9FDA-1541ECFBA7DF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47211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0D4EE3-6917-470B-8AD8-C5EEAC8FF38B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12429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500F5D-82FC-4482-8C94-EEF9E0B66ECC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6136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D50911-BC0B-4EB0-BBFF-07037335DE27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48285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6397F0-2415-47B6-B8BE-6982EB05186B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40103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0DDBB4-0710-4700-B6F2-7D9265E4EEF9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18650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1512" cy="5637213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7213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CEE47B-71D9-4B62-8CB0-1779BB535250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0460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"/>
          <p:cNvGrpSpPr>
            <a:grpSpLocks/>
          </p:cNvGrpSpPr>
          <p:nvPr/>
        </p:nvGrpSpPr>
        <p:grpSpPr bwMode="auto">
          <a:xfrm>
            <a:off x="0" y="-4763"/>
            <a:ext cx="1063625" cy="6856413"/>
            <a:chOff x="0" y="-3"/>
            <a:chExt cx="670" cy="4319"/>
          </a:xfrm>
        </p:grpSpPr>
        <p:grpSp>
          <p:nvGrpSpPr>
            <p:cNvPr id="1032" name="Group 2"/>
            <p:cNvGrpSpPr>
              <a:grpSpLocks/>
            </p:cNvGrpSpPr>
            <p:nvPr/>
          </p:nvGrpSpPr>
          <p:grpSpPr bwMode="auto">
            <a:xfrm>
              <a:off x="26" y="-3"/>
              <a:ext cx="637" cy="4319"/>
              <a:chOff x="26" y="-3"/>
              <a:chExt cx="637" cy="4319"/>
            </a:xfrm>
          </p:grpSpPr>
          <p:sp>
            <p:nvSpPr>
              <p:cNvPr id="1035" name="AutoShape 3"/>
              <p:cNvSpPr>
                <a:spLocks noChangeArrowheads="1"/>
              </p:cNvSpPr>
              <p:nvPr/>
            </p:nvSpPr>
            <p:spPr bwMode="auto">
              <a:xfrm flipH="1">
                <a:off x="37" y="-3"/>
                <a:ext cx="618" cy="4304"/>
              </a:xfrm>
              <a:custGeom>
                <a:avLst/>
                <a:gdLst>
                  <a:gd name="T0" fmla="*/ 0 w 1000"/>
                  <a:gd name="T1" fmla="*/ 0 h 720"/>
                  <a:gd name="T2" fmla="*/ 0 w 1000"/>
                  <a:gd name="T3" fmla="*/ 25728 h 720"/>
                  <a:gd name="T4" fmla="*/ 382 w 1000"/>
                  <a:gd name="T5" fmla="*/ 25728 h 720"/>
                  <a:gd name="T6" fmla="*/ 382 w 1000"/>
                  <a:gd name="T7" fmla="*/ 0 h 720"/>
                  <a:gd name="T8" fmla="*/ 0 w 1000"/>
                  <a:gd name="T9" fmla="*/ 0 h 7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"/>
                  <a:gd name="T16" fmla="*/ 0 h 720"/>
                  <a:gd name="T17" fmla="*/ 1000 w 1000"/>
                  <a:gd name="T18" fmla="*/ 720 h 72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6" name="AutoShape 4"/>
              <p:cNvSpPr>
                <a:spLocks noChangeArrowheads="1"/>
              </p:cNvSpPr>
              <p:nvPr/>
            </p:nvSpPr>
            <p:spPr bwMode="auto">
              <a:xfrm flipH="1">
                <a:off x="35" y="1068"/>
                <a:ext cx="618" cy="31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66 h 317"/>
                  <a:gd name="T4" fmla="*/ 612 w 624"/>
                  <a:gd name="T5" fmla="*/ 266 h 317"/>
                  <a:gd name="T6" fmla="*/ 612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4"/>
                  <a:gd name="T16" fmla="*/ 0 h 317"/>
                  <a:gd name="T17" fmla="*/ 624 w 624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490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7" name="AutoShape 5"/>
              <p:cNvSpPr>
                <a:spLocks noChangeArrowheads="1"/>
              </p:cNvSpPr>
              <p:nvPr/>
            </p:nvSpPr>
            <p:spPr bwMode="auto">
              <a:xfrm flipH="1">
                <a:off x="37" y="809"/>
                <a:ext cx="618" cy="316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0 h 317"/>
                  <a:gd name="T4" fmla="*/ 612 w 624"/>
                  <a:gd name="T5" fmla="*/ 270 h 317"/>
                  <a:gd name="T6" fmla="*/ 612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4"/>
                  <a:gd name="T16" fmla="*/ 0 h 317"/>
                  <a:gd name="T17" fmla="*/ 624 w 624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E1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8" name="AutoShape 6"/>
              <p:cNvSpPr>
                <a:spLocks noChangeArrowheads="1"/>
              </p:cNvSpPr>
              <p:nvPr/>
            </p:nvSpPr>
            <p:spPr bwMode="auto">
              <a:xfrm flipH="1">
                <a:off x="37" y="93"/>
                <a:ext cx="618" cy="190"/>
              </a:xfrm>
              <a:custGeom>
                <a:avLst/>
                <a:gdLst>
                  <a:gd name="T0" fmla="*/ 0 w 624"/>
                  <a:gd name="T1" fmla="*/ 14 h 370"/>
                  <a:gd name="T2" fmla="*/ 0 w 624"/>
                  <a:gd name="T3" fmla="*/ 86 h 370"/>
                  <a:gd name="T4" fmla="*/ 612 w 624"/>
                  <a:gd name="T5" fmla="*/ 86 h 370"/>
                  <a:gd name="T6" fmla="*/ 612 w 624"/>
                  <a:gd name="T7" fmla="*/ 14 h 370"/>
                  <a:gd name="T8" fmla="*/ 376 w 624"/>
                  <a:gd name="T9" fmla="*/ 2 h 370"/>
                  <a:gd name="T10" fmla="*/ 0 w 624"/>
                  <a:gd name="T11" fmla="*/ 14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24"/>
                  <a:gd name="T19" fmla="*/ 0 h 370"/>
                  <a:gd name="T20" fmla="*/ 624 w 624"/>
                  <a:gd name="T21" fmla="*/ 370 h 37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rgbClr val="5490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9" name="AutoShape 7"/>
              <p:cNvSpPr>
                <a:spLocks noChangeArrowheads="1"/>
              </p:cNvSpPr>
              <p:nvPr/>
            </p:nvSpPr>
            <p:spPr bwMode="auto">
              <a:xfrm flipH="1">
                <a:off x="35" y="622"/>
                <a:ext cx="618" cy="21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130 h 317"/>
                  <a:gd name="T4" fmla="*/ 612 w 624"/>
                  <a:gd name="T5" fmla="*/ 130 h 317"/>
                  <a:gd name="T6" fmla="*/ 612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4"/>
                  <a:gd name="T16" fmla="*/ 0 h 317"/>
                  <a:gd name="T17" fmla="*/ 624 w 624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0" name="AutoShape 8"/>
              <p:cNvSpPr>
                <a:spLocks noChangeArrowheads="1"/>
              </p:cNvSpPr>
              <p:nvPr/>
            </p:nvSpPr>
            <p:spPr bwMode="auto">
              <a:xfrm flipH="1">
                <a:off x="36" y="428"/>
                <a:ext cx="618" cy="272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36 w 624"/>
                  <a:gd name="T5" fmla="*/ 240 h 272"/>
                  <a:gd name="T6" fmla="*/ 612 w 624"/>
                  <a:gd name="T7" fmla="*/ 272 h 272"/>
                  <a:gd name="T8" fmla="*/ 612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24"/>
                  <a:gd name="T19" fmla="*/ 0 h 272"/>
                  <a:gd name="T20" fmla="*/ 624 w 624"/>
                  <a:gd name="T21" fmla="*/ 272 h 27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66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1" name="AutoShape 9"/>
              <p:cNvSpPr>
                <a:spLocks noChangeArrowheads="1"/>
              </p:cNvSpPr>
              <p:nvPr/>
            </p:nvSpPr>
            <p:spPr bwMode="auto">
              <a:xfrm flipH="1">
                <a:off x="36" y="235"/>
                <a:ext cx="626" cy="235"/>
              </a:xfrm>
              <a:custGeom>
                <a:avLst/>
                <a:gdLst>
                  <a:gd name="T0" fmla="*/ 8 w 632"/>
                  <a:gd name="T1" fmla="*/ 19 h 362"/>
                  <a:gd name="T2" fmla="*/ 8 w 632"/>
                  <a:gd name="T3" fmla="*/ 134 h 362"/>
                  <a:gd name="T4" fmla="*/ 244 w 632"/>
                  <a:gd name="T5" fmla="*/ 134 h 362"/>
                  <a:gd name="T6" fmla="*/ 620 w 632"/>
                  <a:gd name="T7" fmla="*/ 134 h 362"/>
                  <a:gd name="T8" fmla="*/ 620 w 632"/>
                  <a:gd name="T9" fmla="*/ 19 h 362"/>
                  <a:gd name="T10" fmla="*/ 102 w 632"/>
                  <a:gd name="T11" fmla="*/ 19 h 362"/>
                  <a:gd name="T12" fmla="*/ 8 w 632"/>
                  <a:gd name="T13" fmla="*/ 19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32"/>
                  <a:gd name="T22" fmla="*/ 0 h 362"/>
                  <a:gd name="T23" fmla="*/ 632 w 632"/>
                  <a:gd name="T24" fmla="*/ 362 h 36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rgbClr val="0033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2" name="AutoShape 10"/>
              <p:cNvSpPr>
                <a:spLocks noChangeArrowheads="1"/>
              </p:cNvSpPr>
              <p:nvPr/>
            </p:nvSpPr>
            <p:spPr bwMode="auto">
              <a:xfrm flipH="1">
                <a:off x="27" y="2479"/>
                <a:ext cx="618" cy="31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66 h 317"/>
                  <a:gd name="T4" fmla="*/ 612 w 624"/>
                  <a:gd name="T5" fmla="*/ 266 h 317"/>
                  <a:gd name="T6" fmla="*/ 612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4"/>
                  <a:gd name="T16" fmla="*/ 0 h 317"/>
                  <a:gd name="T17" fmla="*/ 624 w 624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490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3" name="AutoShape 11"/>
              <p:cNvSpPr>
                <a:spLocks noChangeArrowheads="1"/>
              </p:cNvSpPr>
              <p:nvPr/>
            </p:nvSpPr>
            <p:spPr bwMode="auto">
              <a:xfrm flipH="1">
                <a:off x="30" y="2227"/>
                <a:ext cx="618" cy="31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66 h 317"/>
                  <a:gd name="T4" fmla="*/ 612 w 624"/>
                  <a:gd name="T5" fmla="*/ 266 h 317"/>
                  <a:gd name="T6" fmla="*/ 612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4"/>
                  <a:gd name="T16" fmla="*/ 0 h 317"/>
                  <a:gd name="T17" fmla="*/ 624 w 624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4" name="AutoShape 12"/>
              <p:cNvSpPr>
                <a:spLocks noChangeArrowheads="1"/>
              </p:cNvSpPr>
              <p:nvPr/>
            </p:nvSpPr>
            <p:spPr bwMode="auto">
              <a:xfrm flipH="1">
                <a:off x="30" y="1509"/>
                <a:ext cx="618" cy="191"/>
              </a:xfrm>
              <a:custGeom>
                <a:avLst/>
                <a:gdLst>
                  <a:gd name="T0" fmla="*/ 0 w 624"/>
                  <a:gd name="T1" fmla="*/ 14 h 370"/>
                  <a:gd name="T2" fmla="*/ 0 w 624"/>
                  <a:gd name="T3" fmla="*/ 87 h 370"/>
                  <a:gd name="T4" fmla="*/ 612 w 624"/>
                  <a:gd name="T5" fmla="*/ 87 h 370"/>
                  <a:gd name="T6" fmla="*/ 612 w 624"/>
                  <a:gd name="T7" fmla="*/ 14 h 370"/>
                  <a:gd name="T8" fmla="*/ 376 w 624"/>
                  <a:gd name="T9" fmla="*/ 2 h 370"/>
                  <a:gd name="T10" fmla="*/ 0 w 624"/>
                  <a:gd name="T11" fmla="*/ 14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24"/>
                  <a:gd name="T19" fmla="*/ 0 h 370"/>
                  <a:gd name="T20" fmla="*/ 624 w 624"/>
                  <a:gd name="T21" fmla="*/ 370 h 37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rgbClr val="0033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5" name="AutoShape 13"/>
              <p:cNvSpPr>
                <a:spLocks noChangeArrowheads="1"/>
              </p:cNvSpPr>
              <p:nvPr/>
            </p:nvSpPr>
            <p:spPr bwMode="auto">
              <a:xfrm flipH="1">
                <a:off x="30" y="2035"/>
                <a:ext cx="618" cy="218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129 h 317"/>
                  <a:gd name="T4" fmla="*/ 612 w 624"/>
                  <a:gd name="T5" fmla="*/ 129 h 317"/>
                  <a:gd name="T6" fmla="*/ 612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4"/>
                  <a:gd name="T16" fmla="*/ 0 h 317"/>
                  <a:gd name="T17" fmla="*/ 624 w 624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rgbClr val="E1E1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6" name="AutoShape 14"/>
              <p:cNvSpPr>
                <a:spLocks noChangeArrowheads="1"/>
              </p:cNvSpPr>
              <p:nvPr/>
            </p:nvSpPr>
            <p:spPr bwMode="auto">
              <a:xfrm flipH="1">
                <a:off x="30" y="1846"/>
                <a:ext cx="618" cy="269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66 h 272"/>
                  <a:gd name="T4" fmla="*/ 236 w 624"/>
                  <a:gd name="T5" fmla="*/ 234 h 272"/>
                  <a:gd name="T6" fmla="*/ 612 w 624"/>
                  <a:gd name="T7" fmla="*/ 266 h 272"/>
                  <a:gd name="T8" fmla="*/ 612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24"/>
                  <a:gd name="T19" fmla="*/ 0 h 272"/>
                  <a:gd name="T20" fmla="*/ 624 w 624"/>
                  <a:gd name="T21" fmla="*/ 272 h 27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66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7" name="AutoShape 15"/>
              <p:cNvSpPr>
                <a:spLocks noChangeArrowheads="1"/>
              </p:cNvSpPr>
              <p:nvPr/>
            </p:nvSpPr>
            <p:spPr bwMode="auto">
              <a:xfrm flipH="1">
                <a:off x="29" y="1649"/>
                <a:ext cx="626" cy="236"/>
              </a:xfrm>
              <a:custGeom>
                <a:avLst/>
                <a:gdLst>
                  <a:gd name="T0" fmla="*/ 8 w 632"/>
                  <a:gd name="T1" fmla="*/ 19 h 362"/>
                  <a:gd name="T2" fmla="*/ 8 w 632"/>
                  <a:gd name="T3" fmla="*/ 135 h 362"/>
                  <a:gd name="T4" fmla="*/ 244 w 632"/>
                  <a:gd name="T5" fmla="*/ 135 h 362"/>
                  <a:gd name="T6" fmla="*/ 620 w 632"/>
                  <a:gd name="T7" fmla="*/ 135 h 362"/>
                  <a:gd name="T8" fmla="*/ 620 w 632"/>
                  <a:gd name="T9" fmla="*/ 19 h 362"/>
                  <a:gd name="T10" fmla="*/ 102 w 632"/>
                  <a:gd name="T11" fmla="*/ 19 h 362"/>
                  <a:gd name="T12" fmla="*/ 8 w 632"/>
                  <a:gd name="T13" fmla="*/ 19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32"/>
                  <a:gd name="T22" fmla="*/ 0 h 362"/>
                  <a:gd name="T23" fmla="*/ 632 w 632"/>
                  <a:gd name="T24" fmla="*/ 362 h 36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8" name="AutoShape 16"/>
              <p:cNvSpPr>
                <a:spLocks noChangeArrowheads="1"/>
              </p:cNvSpPr>
              <p:nvPr/>
            </p:nvSpPr>
            <p:spPr bwMode="auto">
              <a:xfrm flipH="1">
                <a:off x="30" y="3129"/>
                <a:ext cx="618" cy="31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66 h 317"/>
                  <a:gd name="T4" fmla="*/ 612 w 624"/>
                  <a:gd name="T5" fmla="*/ 266 h 317"/>
                  <a:gd name="T6" fmla="*/ 612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4"/>
                  <a:gd name="T16" fmla="*/ 0 h 317"/>
                  <a:gd name="T17" fmla="*/ 624 w 624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9" name="AutoShape 17"/>
              <p:cNvSpPr>
                <a:spLocks noChangeArrowheads="1"/>
              </p:cNvSpPr>
              <p:nvPr/>
            </p:nvSpPr>
            <p:spPr bwMode="auto">
              <a:xfrm flipH="1">
                <a:off x="32" y="2870"/>
                <a:ext cx="618" cy="316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0 h 317"/>
                  <a:gd name="T4" fmla="*/ 612 w 624"/>
                  <a:gd name="T5" fmla="*/ 270 h 317"/>
                  <a:gd name="T6" fmla="*/ 612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4"/>
                  <a:gd name="T16" fmla="*/ 0 h 317"/>
                  <a:gd name="T17" fmla="*/ 624 w 624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3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50" name="AutoShape 18"/>
              <p:cNvSpPr>
                <a:spLocks noChangeArrowheads="1"/>
              </p:cNvSpPr>
              <p:nvPr/>
            </p:nvSpPr>
            <p:spPr bwMode="auto">
              <a:xfrm flipH="1">
                <a:off x="27" y="3568"/>
                <a:ext cx="618" cy="190"/>
              </a:xfrm>
              <a:custGeom>
                <a:avLst/>
                <a:gdLst>
                  <a:gd name="T0" fmla="*/ 0 w 624"/>
                  <a:gd name="T1" fmla="*/ 14 h 370"/>
                  <a:gd name="T2" fmla="*/ 0 w 624"/>
                  <a:gd name="T3" fmla="*/ 86 h 370"/>
                  <a:gd name="T4" fmla="*/ 612 w 624"/>
                  <a:gd name="T5" fmla="*/ 86 h 370"/>
                  <a:gd name="T6" fmla="*/ 612 w 624"/>
                  <a:gd name="T7" fmla="*/ 14 h 370"/>
                  <a:gd name="T8" fmla="*/ 376 w 624"/>
                  <a:gd name="T9" fmla="*/ 2 h 370"/>
                  <a:gd name="T10" fmla="*/ 0 w 624"/>
                  <a:gd name="T11" fmla="*/ 14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24"/>
                  <a:gd name="T19" fmla="*/ 0 h 370"/>
                  <a:gd name="T20" fmla="*/ 624 w 624"/>
                  <a:gd name="T21" fmla="*/ 370 h 37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rgbClr val="E1E1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51" name="AutoShape 19"/>
              <p:cNvSpPr>
                <a:spLocks noChangeArrowheads="1"/>
              </p:cNvSpPr>
              <p:nvPr/>
            </p:nvSpPr>
            <p:spPr bwMode="auto">
              <a:xfrm rot="16200000" flipH="1">
                <a:off x="229" y="3899"/>
                <a:ext cx="217" cy="619"/>
              </a:xfrm>
              <a:custGeom>
                <a:avLst/>
                <a:gdLst>
                  <a:gd name="T0" fmla="*/ 0 w 291"/>
                  <a:gd name="T1" fmla="*/ 612 h 625"/>
                  <a:gd name="T2" fmla="*/ 162 w 291"/>
                  <a:gd name="T3" fmla="*/ 613 h 625"/>
                  <a:gd name="T4" fmla="*/ 162 w 291"/>
                  <a:gd name="T5" fmla="*/ 6 h 625"/>
                  <a:gd name="T6" fmla="*/ 0 w 291"/>
                  <a:gd name="T7" fmla="*/ 0 h 625"/>
                  <a:gd name="T8" fmla="*/ 0 w 291"/>
                  <a:gd name="T9" fmla="*/ 612 h 6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1"/>
                  <a:gd name="T16" fmla="*/ 0 h 625"/>
                  <a:gd name="T17" fmla="*/ 291 w 291"/>
                  <a:gd name="T18" fmla="*/ 625 h 6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" name="AutoShape 20"/>
              <p:cNvSpPr>
                <a:spLocks noChangeArrowheads="1"/>
              </p:cNvSpPr>
              <p:nvPr/>
            </p:nvSpPr>
            <p:spPr bwMode="auto">
              <a:xfrm flipH="1">
                <a:off x="26" y="3904"/>
                <a:ext cx="618" cy="269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66 h 272"/>
                  <a:gd name="T4" fmla="*/ 236 w 624"/>
                  <a:gd name="T5" fmla="*/ 234 h 272"/>
                  <a:gd name="T6" fmla="*/ 612 w 624"/>
                  <a:gd name="T7" fmla="*/ 266 h 272"/>
                  <a:gd name="T8" fmla="*/ 612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24"/>
                  <a:gd name="T19" fmla="*/ 0 h 272"/>
                  <a:gd name="T20" fmla="*/ 624 w 624"/>
                  <a:gd name="T21" fmla="*/ 272 h 27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66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53" name="AutoShape 21"/>
              <p:cNvSpPr>
                <a:spLocks noChangeArrowheads="1"/>
              </p:cNvSpPr>
              <p:nvPr/>
            </p:nvSpPr>
            <p:spPr bwMode="auto">
              <a:xfrm flipH="1">
                <a:off x="26" y="3709"/>
                <a:ext cx="626" cy="236"/>
              </a:xfrm>
              <a:custGeom>
                <a:avLst/>
                <a:gdLst>
                  <a:gd name="T0" fmla="*/ 8 w 632"/>
                  <a:gd name="T1" fmla="*/ 19 h 362"/>
                  <a:gd name="T2" fmla="*/ 8 w 632"/>
                  <a:gd name="T3" fmla="*/ 135 h 362"/>
                  <a:gd name="T4" fmla="*/ 244 w 632"/>
                  <a:gd name="T5" fmla="*/ 135 h 362"/>
                  <a:gd name="T6" fmla="*/ 620 w 632"/>
                  <a:gd name="T7" fmla="*/ 135 h 362"/>
                  <a:gd name="T8" fmla="*/ 620 w 632"/>
                  <a:gd name="T9" fmla="*/ 19 h 362"/>
                  <a:gd name="T10" fmla="*/ 102 w 632"/>
                  <a:gd name="T11" fmla="*/ 19 h 362"/>
                  <a:gd name="T12" fmla="*/ 8 w 632"/>
                  <a:gd name="T13" fmla="*/ 19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32"/>
                  <a:gd name="T22" fmla="*/ 0 h 362"/>
                  <a:gd name="T23" fmla="*/ 632 w 632"/>
                  <a:gd name="T24" fmla="*/ 362 h 36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rgbClr val="0033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1033" name="AutoShape 22"/>
            <p:cNvSpPr>
              <a:spLocks noChangeArrowheads="1"/>
            </p:cNvSpPr>
            <p:nvPr/>
          </p:nvSpPr>
          <p:spPr bwMode="auto">
            <a:xfrm rot="16200000" flipH="1">
              <a:off x="-1954" y="1951"/>
              <a:ext cx="4319" cy="411"/>
            </a:xfrm>
            <a:custGeom>
              <a:avLst/>
              <a:gdLst>
                <a:gd name="T0" fmla="*/ 0 w 5762"/>
                <a:gd name="T1" fmla="*/ 223 h 385"/>
                <a:gd name="T2" fmla="*/ 3237 w 5762"/>
                <a:gd name="T3" fmla="*/ 215 h 385"/>
                <a:gd name="T4" fmla="*/ 3237 w 5762"/>
                <a:gd name="T5" fmla="*/ 4 h 385"/>
                <a:gd name="T6" fmla="*/ 0 w 5762"/>
                <a:gd name="T7" fmla="*/ 0 h 385"/>
                <a:gd name="T8" fmla="*/ 0 w 5762"/>
                <a:gd name="T9" fmla="*/ 223 h 3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62"/>
                <a:gd name="T16" fmla="*/ 0 h 385"/>
                <a:gd name="T17" fmla="*/ 5762 w 5762"/>
                <a:gd name="T18" fmla="*/ 385 h 38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rgbClr val="FFFFFF"/>
                </a:gs>
              </a:gsLst>
              <a:lin ang="108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34" name="AutoShape 23"/>
            <p:cNvSpPr>
              <a:spLocks noChangeArrowheads="1"/>
            </p:cNvSpPr>
            <p:nvPr/>
          </p:nvSpPr>
          <p:spPr bwMode="auto">
            <a:xfrm rot="16200000" flipH="1">
              <a:off x="-1582" y="2062"/>
              <a:ext cx="4318" cy="188"/>
            </a:xfrm>
            <a:custGeom>
              <a:avLst/>
              <a:gdLst>
                <a:gd name="T0" fmla="*/ 0 w 5761"/>
                <a:gd name="T1" fmla="*/ 28 h 189"/>
                <a:gd name="T2" fmla="*/ 3236 w 5761"/>
                <a:gd name="T3" fmla="*/ 0 h 189"/>
                <a:gd name="T4" fmla="*/ 3236 w 5761"/>
                <a:gd name="T5" fmla="*/ 187 h 189"/>
                <a:gd name="T6" fmla="*/ 1 w 5761"/>
                <a:gd name="T7" fmla="*/ 187 h 189"/>
                <a:gd name="T8" fmla="*/ 0 w 5761"/>
                <a:gd name="T9" fmla="*/ 28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61"/>
                <a:gd name="T16" fmla="*/ 0 h 189"/>
                <a:gd name="T17" fmla="*/ 5761 w 576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767676"/>
                </a:gs>
              </a:gsLst>
              <a:lin ang="108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1027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1173163" y="457200"/>
            <a:ext cx="7770812" cy="114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/>
              <a:t>Clique para editar o formato do texto do título</a:t>
            </a:r>
          </a:p>
        </p:txBody>
      </p:sp>
      <p:sp>
        <p:nvSpPr>
          <p:cNvPr id="1028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73163" y="1981200"/>
            <a:ext cx="7770812" cy="411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/>
              <a:t>Clique para editar o formato do texto da estrutura de tópicos</a:t>
            </a:r>
          </a:p>
          <a:p>
            <a:pPr lvl="1"/>
            <a:r>
              <a:rPr lang="en-GB" altLang="pt-BR"/>
              <a:t>2.º Nível da estrutura de tópicos</a:t>
            </a:r>
          </a:p>
          <a:p>
            <a:pPr lvl="2"/>
            <a:r>
              <a:rPr lang="en-GB" altLang="pt-BR"/>
              <a:t>3.º Nível da estrutura de tópicos</a:t>
            </a:r>
          </a:p>
          <a:p>
            <a:pPr lvl="3"/>
            <a:r>
              <a:rPr lang="en-GB" altLang="pt-BR"/>
              <a:t>4.º Nível da estrutura de tópicos</a:t>
            </a:r>
          </a:p>
          <a:p>
            <a:pPr lvl="4"/>
            <a:r>
              <a:rPr lang="en-GB" altLang="pt-BR"/>
              <a:t>5.º Nível da estrutura de tópicos</a:t>
            </a:r>
          </a:p>
          <a:p>
            <a:pPr lvl="4"/>
            <a:r>
              <a:rPr lang="en-GB" altLang="pt-BR"/>
              <a:t>6.º Nível da estrutura de tópicos</a:t>
            </a:r>
          </a:p>
          <a:p>
            <a:pPr lvl="4"/>
            <a:r>
              <a:rPr lang="en-GB" altLang="pt-BR"/>
              <a:t>7.º Nível da estrutura de tópicos</a:t>
            </a:r>
          </a:p>
          <a:p>
            <a:pPr lvl="4"/>
            <a:r>
              <a:rPr lang="en-GB" altLang="pt-BR"/>
              <a:t>8.º Nível da estrutura de tópicos</a:t>
            </a:r>
          </a:p>
          <a:p>
            <a:pPr lvl="4"/>
            <a:r>
              <a:rPr lang="en-GB" altLang="pt-BR"/>
              <a:t>9.º Nível da estrutura de tópicos</a:t>
            </a:r>
          </a:p>
        </p:txBody>
      </p:sp>
      <p:sp>
        <p:nvSpPr>
          <p:cNvPr id="1029" name="Text Box 26"/>
          <p:cNvSpPr txBox="1">
            <a:spLocks noChangeArrowheads="1"/>
          </p:cNvSpPr>
          <p:nvPr/>
        </p:nvSpPr>
        <p:spPr bwMode="auto">
          <a:xfrm>
            <a:off x="1173163" y="6265863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/>
          </a:p>
        </p:txBody>
      </p:sp>
      <p:sp>
        <p:nvSpPr>
          <p:cNvPr id="1030" name="Text Box 27"/>
          <p:cNvSpPr txBox="1">
            <a:spLocks noChangeArrowheads="1"/>
          </p:cNvSpPr>
          <p:nvPr/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/>
          </a:p>
        </p:txBody>
      </p:sp>
      <p:sp>
        <p:nvSpPr>
          <p:cNvPr id="1052" name="Rectangle 28"/>
          <p:cNvSpPr>
            <a:spLocks noGrp="1" noChangeArrowheads="1"/>
          </p:cNvSpPr>
          <p:nvPr>
            <p:ph type="sldNum"/>
          </p:nvPr>
        </p:nvSpPr>
        <p:spPr bwMode="auto">
          <a:xfrm>
            <a:off x="7010400" y="6248400"/>
            <a:ext cx="1903413" cy="455613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SzPct val="100000"/>
              <a:buFontTx/>
              <a:buNone/>
              <a:defRPr>
                <a:solidFill>
                  <a:srgbClr val="000000"/>
                </a:solidFill>
                <a:cs typeface="Arial Unicode MS" panose="020B0604020202020204" pitchFamily="34" charset="-128"/>
              </a:defRPr>
            </a:lvl1pPr>
          </a:lstStyle>
          <a:p>
            <a:pPr>
              <a:defRPr/>
            </a:pPr>
            <a:fld id="{2F15173C-8D35-405A-9971-08A3BA3A6589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3366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3366"/>
          </a:solidFill>
          <a:latin typeface="Times New Roman" pitchFamily="16" charset="0"/>
          <a:ea typeface="Microsoft YaHei" charset="-122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3366"/>
          </a:solidFill>
          <a:latin typeface="Times New Roman" pitchFamily="16" charset="0"/>
          <a:ea typeface="Microsoft YaHei" charset="-122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3366"/>
          </a:solidFill>
          <a:latin typeface="Times New Roman" pitchFamily="16" charset="0"/>
          <a:ea typeface="Microsoft YaHei" charset="-122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3366"/>
          </a:solidFill>
          <a:latin typeface="Times New Roman" pitchFamily="16" charset="0"/>
          <a:ea typeface="Microsoft YaHei" charset="-122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3366"/>
          </a:solidFill>
          <a:latin typeface="Times New Roman" pitchFamily="16" charset="0"/>
          <a:ea typeface="Microsoft YaHei" charset="-122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3366"/>
          </a:solidFill>
          <a:latin typeface="Times New Roman" pitchFamily="16" charset="0"/>
          <a:ea typeface="Microsoft YaHei" charset="-122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3366"/>
          </a:solidFill>
          <a:latin typeface="Times New Roman" pitchFamily="16" charset="0"/>
          <a:ea typeface="Microsoft YaHei" charset="-122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3366"/>
          </a:solidFill>
          <a:latin typeface="Times New Roman" pitchFamily="16" charset="0"/>
          <a:ea typeface="Microsoft YaHei" charset="-122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slide" Target="slide19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slide" Target="slide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slide" Target="slide2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slide" Target="slide2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slide" Target="slide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slide" Target="slide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slide" Target="slide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slide" Target="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1"/>
          <p:cNvSpPr txBox="1">
            <a:spLocks noChangeArrowheads="1"/>
          </p:cNvSpPr>
          <p:nvPr/>
        </p:nvSpPr>
        <p:spPr bwMode="auto">
          <a:xfrm>
            <a:off x="1173163" y="1219200"/>
            <a:ext cx="7772400" cy="1265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pt-BR" sz="4400">
                <a:solidFill>
                  <a:srgbClr val="003366"/>
                </a:solidFill>
              </a:rPr>
              <a:t>Programação </a:t>
            </a:r>
            <a:br>
              <a:rPr lang="en-US" altLang="pt-BR" sz="4400">
                <a:solidFill>
                  <a:srgbClr val="003366"/>
                </a:solidFill>
              </a:rPr>
            </a:br>
            <a:r>
              <a:rPr lang="en-US" altLang="pt-BR" sz="4400">
                <a:solidFill>
                  <a:srgbClr val="003366"/>
                </a:solidFill>
              </a:rPr>
              <a:t>Orientada a Objetos</a:t>
            </a:r>
          </a:p>
        </p:txBody>
      </p:sp>
      <p:sp>
        <p:nvSpPr>
          <p:cNvPr id="3075" name="Text Box 1"/>
          <p:cNvSpPr txBox="1">
            <a:spLocks noChangeArrowheads="1"/>
          </p:cNvSpPr>
          <p:nvPr/>
        </p:nvSpPr>
        <p:spPr bwMode="auto">
          <a:xfrm>
            <a:off x="1043608" y="4077072"/>
            <a:ext cx="7772400" cy="1265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pt-BR" sz="3600" dirty="0">
                <a:solidFill>
                  <a:srgbClr val="003366"/>
                </a:solidFill>
              </a:rPr>
              <a:t>- </a:t>
            </a:r>
            <a:r>
              <a:rPr lang="en-US" altLang="pt-BR" sz="3600" dirty="0" err="1">
                <a:solidFill>
                  <a:srgbClr val="003366"/>
                </a:solidFill>
              </a:rPr>
              <a:t>Armazenamento</a:t>
            </a:r>
            <a:r>
              <a:rPr lang="en-US" altLang="pt-BR" sz="3600" dirty="0">
                <a:solidFill>
                  <a:srgbClr val="003366"/>
                </a:solidFill>
              </a:rPr>
              <a:t> de um </a:t>
            </a:r>
            <a:r>
              <a:rPr lang="en-US" altLang="pt-BR" sz="3600" dirty="0" err="1">
                <a:solidFill>
                  <a:srgbClr val="003366"/>
                </a:solidFill>
              </a:rPr>
              <a:t>objeto</a:t>
            </a:r>
            <a:r>
              <a:rPr lang="en-US" altLang="pt-BR" sz="3600" dirty="0">
                <a:solidFill>
                  <a:srgbClr val="003366"/>
                </a:solidFill>
              </a:rPr>
              <a:t> </a:t>
            </a:r>
            <a:r>
              <a:rPr lang="en-US" altLang="pt-BR" sz="3600" dirty="0" err="1">
                <a:solidFill>
                  <a:srgbClr val="003366"/>
                </a:solidFill>
              </a:rPr>
              <a:t>numa</a:t>
            </a:r>
            <a:r>
              <a:rPr lang="en-US" altLang="pt-BR" sz="3600" dirty="0">
                <a:solidFill>
                  <a:srgbClr val="003366"/>
                </a:solidFill>
              </a:rPr>
              <a:t> Base de Dados </a:t>
            </a:r>
            <a:r>
              <a:rPr lang="en-US" altLang="pt-BR" sz="3600" dirty="0" err="1">
                <a:solidFill>
                  <a:srgbClr val="003366"/>
                </a:solidFill>
              </a:rPr>
              <a:t>Relacional</a:t>
            </a:r>
            <a:r>
              <a:rPr lang="en-US" altLang="pt-BR" sz="3600" dirty="0">
                <a:solidFill>
                  <a:srgbClr val="003366"/>
                </a:solidFill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09766914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1">
            <a:extLst>
              <a:ext uri="{FF2B5EF4-FFF2-40B4-BE49-F238E27FC236}">
                <a16:creationId xmlns:a16="http://schemas.microsoft.com/office/drawing/2014/main" id="{7ADE090A-59D3-12DD-0BAC-14D0A4268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057400"/>
            <a:ext cx="7772400" cy="3099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1450" algn="l"/>
                <a:tab pos="10780713" algn="l"/>
              </a:tabLst>
              <a:defRPr sz="32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1450" algn="l"/>
                <a:tab pos="10780713" algn="l"/>
              </a:tabLst>
              <a:defRPr sz="28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1450" algn="l"/>
                <a:tab pos="10780713" algn="l"/>
              </a:tabLst>
              <a:defRPr sz="24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1450" algn="l"/>
                <a:tab pos="1078071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1450" algn="l"/>
                <a:tab pos="1078071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1450" algn="l"/>
                <a:tab pos="1078071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1450" algn="l"/>
                <a:tab pos="1078071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1450" algn="l"/>
                <a:tab pos="1078071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1450" algn="l"/>
                <a:tab pos="1078071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just" eaLnBrk="1" hangingPunct="1">
              <a:buClrTx/>
              <a:buSzPct val="90000"/>
              <a:buFontTx/>
              <a:buNone/>
            </a:pPr>
            <a:r>
              <a:rPr lang="pt-BR" altLang="pt-BR" i="0" dirty="0"/>
              <a:t>	Numa </a:t>
            </a:r>
            <a:r>
              <a:rPr lang="pt-BR" altLang="pt-BR" b="1" i="0" dirty="0">
                <a:highlight>
                  <a:srgbClr val="FFFF00"/>
                </a:highlight>
              </a:rPr>
              <a:t>Base de Dados Relacional</a:t>
            </a:r>
            <a:r>
              <a:rPr lang="pt-BR" altLang="pt-BR" b="1" i="0" dirty="0"/>
              <a:t> </a:t>
            </a:r>
            <a:r>
              <a:rPr lang="pt-BR" altLang="pt-BR" i="0" dirty="0"/>
              <a:t>só é possível armazenar a </a:t>
            </a:r>
            <a:r>
              <a:rPr lang="pt-BR" altLang="pt-BR" b="1" i="0" dirty="0">
                <a:solidFill>
                  <a:srgbClr val="CD3333"/>
                </a:solidFill>
              </a:rPr>
              <a:t>área de atributos</a:t>
            </a:r>
            <a:r>
              <a:rPr lang="pt-BR" altLang="pt-BR" i="0" dirty="0"/>
              <a:t> de um objeto, ou seja, cada linha de uma tabela representa o conteúdos dos atributos de um determinado </a:t>
            </a:r>
            <a:r>
              <a:rPr lang="pt-BR" altLang="pt-BR" b="1" i="0" dirty="0"/>
              <a:t>objeto instanciado</a:t>
            </a:r>
            <a:r>
              <a:rPr lang="pt-BR" altLang="pt-BR" i="0" dirty="0"/>
              <a:t> a partir de uma respectiva classe.</a:t>
            </a: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26930FDC-2BBE-9A97-A335-C046E5DB0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57200"/>
            <a:ext cx="7543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pt-BR" b="1" i="0">
                <a:solidFill>
                  <a:srgbClr val="996633"/>
                </a:solidFill>
              </a:rPr>
              <a:t>Interagindo Aplicação O.O. com </a:t>
            </a:r>
            <a:br>
              <a:rPr lang="pt-BR" altLang="pt-BR" b="1" i="0">
                <a:solidFill>
                  <a:srgbClr val="996633"/>
                </a:solidFill>
              </a:rPr>
            </a:br>
            <a:r>
              <a:rPr lang="pt-BR" altLang="pt-BR" b="1" i="0">
                <a:solidFill>
                  <a:srgbClr val="996633"/>
                </a:solidFill>
              </a:rPr>
              <a:t>uma Base de Dados Relacional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1">
            <a:extLst>
              <a:ext uri="{FF2B5EF4-FFF2-40B4-BE49-F238E27FC236}">
                <a16:creationId xmlns:a16="http://schemas.microsoft.com/office/drawing/2014/main" id="{3024BCCA-D8F7-349A-E7C2-3026CD5650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57200"/>
            <a:ext cx="8031163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pt-BR" b="1" i="0">
                <a:solidFill>
                  <a:srgbClr val="996633"/>
                </a:solidFill>
              </a:rPr>
              <a:t>Operações em um Base de Dados Relacional</a:t>
            </a:r>
          </a:p>
        </p:txBody>
      </p:sp>
      <p:sp>
        <p:nvSpPr>
          <p:cNvPr id="8195" name="Text Box 2">
            <a:extLst>
              <a:ext uri="{FF2B5EF4-FFF2-40B4-BE49-F238E27FC236}">
                <a16:creationId xmlns:a16="http://schemas.microsoft.com/office/drawing/2014/main" id="{69960D7C-E878-155C-B6F0-3C2B71D9C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828800"/>
            <a:ext cx="77724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71475" indent="-371475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71475" algn="l"/>
                <a:tab pos="819150" algn="l"/>
                <a:tab pos="1268413" algn="l"/>
                <a:tab pos="1717675" algn="l"/>
                <a:tab pos="2166938" algn="l"/>
                <a:tab pos="2616200" algn="l"/>
                <a:tab pos="3065463" algn="l"/>
                <a:tab pos="3514725" algn="l"/>
                <a:tab pos="3963988" algn="l"/>
                <a:tab pos="4413250" algn="l"/>
                <a:tab pos="4862513" algn="l"/>
                <a:tab pos="5311775" algn="l"/>
                <a:tab pos="5761038" algn="l"/>
                <a:tab pos="6210300" algn="l"/>
                <a:tab pos="6659563" algn="l"/>
                <a:tab pos="7108825" algn="l"/>
                <a:tab pos="7558088" algn="l"/>
                <a:tab pos="8007350" algn="l"/>
                <a:tab pos="8456613" algn="l"/>
                <a:tab pos="8905875" algn="l"/>
                <a:tab pos="9355138" algn="l"/>
              </a:tabLst>
              <a:defRPr sz="32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71475" algn="l"/>
                <a:tab pos="819150" algn="l"/>
                <a:tab pos="1268413" algn="l"/>
                <a:tab pos="1717675" algn="l"/>
                <a:tab pos="2166938" algn="l"/>
                <a:tab pos="2616200" algn="l"/>
                <a:tab pos="3065463" algn="l"/>
                <a:tab pos="3514725" algn="l"/>
                <a:tab pos="3963988" algn="l"/>
                <a:tab pos="4413250" algn="l"/>
                <a:tab pos="4862513" algn="l"/>
                <a:tab pos="5311775" algn="l"/>
                <a:tab pos="5761038" algn="l"/>
                <a:tab pos="6210300" algn="l"/>
                <a:tab pos="6659563" algn="l"/>
                <a:tab pos="7108825" algn="l"/>
                <a:tab pos="7558088" algn="l"/>
                <a:tab pos="8007350" algn="l"/>
                <a:tab pos="8456613" algn="l"/>
                <a:tab pos="8905875" algn="l"/>
                <a:tab pos="9355138" algn="l"/>
              </a:tabLst>
              <a:defRPr sz="28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71475" algn="l"/>
                <a:tab pos="819150" algn="l"/>
                <a:tab pos="1268413" algn="l"/>
                <a:tab pos="1717675" algn="l"/>
                <a:tab pos="2166938" algn="l"/>
                <a:tab pos="2616200" algn="l"/>
                <a:tab pos="3065463" algn="l"/>
                <a:tab pos="3514725" algn="l"/>
                <a:tab pos="3963988" algn="l"/>
                <a:tab pos="4413250" algn="l"/>
                <a:tab pos="4862513" algn="l"/>
                <a:tab pos="5311775" algn="l"/>
                <a:tab pos="5761038" algn="l"/>
                <a:tab pos="6210300" algn="l"/>
                <a:tab pos="6659563" algn="l"/>
                <a:tab pos="7108825" algn="l"/>
                <a:tab pos="7558088" algn="l"/>
                <a:tab pos="8007350" algn="l"/>
                <a:tab pos="8456613" algn="l"/>
                <a:tab pos="8905875" algn="l"/>
                <a:tab pos="9355138" algn="l"/>
              </a:tabLst>
              <a:defRPr sz="24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71475" algn="l"/>
                <a:tab pos="819150" algn="l"/>
                <a:tab pos="1268413" algn="l"/>
                <a:tab pos="1717675" algn="l"/>
                <a:tab pos="2166938" algn="l"/>
                <a:tab pos="2616200" algn="l"/>
                <a:tab pos="3065463" algn="l"/>
                <a:tab pos="3514725" algn="l"/>
                <a:tab pos="3963988" algn="l"/>
                <a:tab pos="4413250" algn="l"/>
                <a:tab pos="4862513" algn="l"/>
                <a:tab pos="5311775" algn="l"/>
                <a:tab pos="5761038" algn="l"/>
                <a:tab pos="6210300" algn="l"/>
                <a:tab pos="6659563" algn="l"/>
                <a:tab pos="7108825" algn="l"/>
                <a:tab pos="7558088" algn="l"/>
                <a:tab pos="8007350" algn="l"/>
                <a:tab pos="8456613" algn="l"/>
                <a:tab pos="8905875" algn="l"/>
                <a:tab pos="9355138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71475" algn="l"/>
                <a:tab pos="819150" algn="l"/>
                <a:tab pos="1268413" algn="l"/>
                <a:tab pos="1717675" algn="l"/>
                <a:tab pos="2166938" algn="l"/>
                <a:tab pos="2616200" algn="l"/>
                <a:tab pos="3065463" algn="l"/>
                <a:tab pos="3514725" algn="l"/>
                <a:tab pos="3963988" algn="l"/>
                <a:tab pos="4413250" algn="l"/>
                <a:tab pos="4862513" algn="l"/>
                <a:tab pos="5311775" algn="l"/>
                <a:tab pos="5761038" algn="l"/>
                <a:tab pos="6210300" algn="l"/>
                <a:tab pos="6659563" algn="l"/>
                <a:tab pos="7108825" algn="l"/>
                <a:tab pos="7558088" algn="l"/>
                <a:tab pos="8007350" algn="l"/>
                <a:tab pos="8456613" algn="l"/>
                <a:tab pos="8905875" algn="l"/>
                <a:tab pos="9355138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71475" algn="l"/>
                <a:tab pos="819150" algn="l"/>
                <a:tab pos="1268413" algn="l"/>
                <a:tab pos="1717675" algn="l"/>
                <a:tab pos="2166938" algn="l"/>
                <a:tab pos="2616200" algn="l"/>
                <a:tab pos="3065463" algn="l"/>
                <a:tab pos="3514725" algn="l"/>
                <a:tab pos="3963988" algn="l"/>
                <a:tab pos="4413250" algn="l"/>
                <a:tab pos="4862513" algn="l"/>
                <a:tab pos="5311775" algn="l"/>
                <a:tab pos="5761038" algn="l"/>
                <a:tab pos="6210300" algn="l"/>
                <a:tab pos="6659563" algn="l"/>
                <a:tab pos="7108825" algn="l"/>
                <a:tab pos="7558088" algn="l"/>
                <a:tab pos="8007350" algn="l"/>
                <a:tab pos="8456613" algn="l"/>
                <a:tab pos="8905875" algn="l"/>
                <a:tab pos="9355138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71475" algn="l"/>
                <a:tab pos="819150" algn="l"/>
                <a:tab pos="1268413" algn="l"/>
                <a:tab pos="1717675" algn="l"/>
                <a:tab pos="2166938" algn="l"/>
                <a:tab pos="2616200" algn="l"/>
                <a:tab pos="3065463" algn="l"/>
                <a:tab pos="3514725" algn="l"/>
                <a:tab pos="3963988" algn="l"/>
                <a:tab pos="4413250" algn="l"/>
                <a:tab pos="4862513" algn="l"/>
                <a:tab pos="5311775" algn="l"/>
                <a:tab pos="5761038" algn="l"/>
                <a:tab pos="6210300" algn="l"/>
                <a:tab pos="6659563" algn="l"/>
                <a:tab pos="7108825" algn="l"/>
                <a:tab pos="7558088" algn="l"/>
                <a:tab pos="8007350" algn="l"/>
                <a:tab pos="8456613" algn="l"/>
                <a:tab pos="8905875" algn="l"/>
                <a:tab pos="9355138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71475" algn="l"/>
                <a:tab pos="819150" algn="l"/>
                <a:tab pos="1268413" algn="l"/>
                <a:tab pos="1717675" algn="l"/>
                <a:tab pos="2166938" algn="l"/>
                <a:tab pos="2616200" algn="l"/>
                <a:tab pos="3065463" algn="l"/>
                <a:tab pos="3514725" algn="l"/>
                <a:tab pos="3963988" algn="l"/>
                <a:tab pos="4413250" algn="l"/>
                <a:tab pos="4862513" algn="l"/>
                <a:tab pos="5311775" algn="l"/>
                <a:tab pos="5761038" algn="l"/>
                <a:tab pos="6210300" algn="l"/>
                <a:tab pos="6659563" algn="l"/>
                <a:tab pos="7108825" algn="l"/>
                <a:tab pos="7558088" algn="l"/>
                <a:tab pos="8007350" algn="l"/>
                <a:tab pos="8456613" algn="l"/>
                <a:tab pos="8905875" algn="l"/>
                <a:tab pos="9355138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71475" algn="l"/>
                <a:tab pos="819150" algn="l"/>
                <a:tab pos="1268413" algn="l"/>
                <a:tab pos="1717675" algn="l"/>
                <a:tab pos="2166938" algn="l"/>
                <a:tab pos="2616200" algn="l"/>
                <a:tab pos="3065463" algn="l"/>
                <a:tab pos="3514725" algn="l"/>
                <a:tab pos="3963988" algn="l"/>
                <a:tab pos="4413250" algn="l"/>
                <a:tab pos="4862513" algn="l"/>
                <a:tab pos="5311775" algn="l"/>
                <a:tab pos="5761038" algn="l"/>
                <a:tab pos="6210300" algn="l"/>
                <a:tab pos="6659563" algn="l"/>
                <a:tab pos="7108825" algn="l"/>
                <a:tab pos="7558088" algn="l"/>
                <a:tab pos="8007350" algn="l"/>
                <a:tab pos="8456613" algn="l"/>
                <a:tab pos="8905875" algn="l"/>
                <a:tab pos="9355138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just" eaLnBrk="1" hangingPunct="1">
              <a:spcBef>
                <a:spcPts val="700"/>
              </a:spcBef>
              <a:buClr>
                <a:srgbClr val="CE9964"/>
              </a:buClr>
              <a:buSzPct val="90000"/>
              <a:buFont typeface="Times New Roman" panose="02020603050405020304" pitchFamily="18" charset="0"/>
              <a:buChar char="•"/>
            </a:pPr>
            <a:r>
              <a:rPr lang="pt-BR" altLang="pt-BR" sz="2800" b="1" i="0">
                <a:solidFill>
                  <a:srgbClr val="0000FF"/>
                </a:solidFill>
              </a:rPr>
              <a:t>Inclusão </a:t>
            </a:r>
            <a:r>
              <a:rPr lang="pt-BR" altLang="pt-BR" sz="2800" b="1" i="0">
                <a:latin typeface="Wingdings" panose="05000000000000000000" pitchFamily="2" charset="2"/>
              </a:rPr>
              <a:t></a:t>
            </a:r>
            <a:r>
              <a:rPr lang="pt-BR" altLang="pt-BR" sz="2800" b="1" i="0"/>
              <a:t> </a:t>
            </a:r>
            <a:r>
              <a:rPr lang="pt-BR" altLang="pt-BR" sz="2800" i="0"/>
              <a:t>Permite a inclusão de uma linha numa tabela</a:t>
            </a:r>
          </a:p>
          <a:p>
            <a:pPr algn="just" eaLnBrk="1" hangingPunct="1">
              <a:spcBef>
                <a:spcPts val="700"/>
              </a:spcBef>
              <a:buClr>
                <a:srgbClr val="CE9964"/>
              </a:buClr>
              <a:buSzPct val="90000"/>
              <a:buFont typeface="Times New Roman" panose="02020603050405020304" pitchFamily="18" charset="0"/>
              <a:buChar char="•"/>
            </a:pPr>
            <a:r>
              <a:rPr lang="pt-BR" altLang="pt-BR" sz="2800" b="1" i="0">
                <a:solidFill>
                  <a:srgbClr val="0000FF"/>
                </a:solidFill>
              </a:rPr>
              <a:t>Consulta </a:t>
            </a:r>
            <a:r>
              <a:rPr lang="pt-BR" altLang="pt-BR" sz="2800" b="1" i="0">
                <a:latin typeface="Wingdings" panose="05000000000000000000" pitchFamily="2" charset="2"/>
              </a:rPr>
              <a:t></a:t>
            </a:r>
            <a:r>
              <a:rPr lang="pt-BR" altLang="pt-BR" sz="2800" i="0"/>
              <a:t> Permite a consulta de dados de uma ou mais colunas das tabelas de uma base de dados por meio de um </a:t>
            </a:r>
            <a:r>
              <a:rPr lang="pt-BR" altLang="pt-BR" sz="2800" b="1" i="0">
                <a:solidFill>
                  <a:srgbClr val="FF0000"/>
                </a:solidFill>
              </a:rPr>
              <a:t>CRITÉRIO DE SELEÇÃO</a:t>
            </a:r>
          </a:p>
          <a:p>
            <a:pPr algn="just" eaLnBrk="1" hangingPunct="1">
              <a:spcBef>
                <a:spcPts val="700"/>
              </a:spcBef>
              <a:buClr>
                <a:srgbClr val="CE9964"/>
              </a:buClr>
              <a:buSzPct val="90000"/>
              <a:buFont typeface="Times New Roman" panose="02020603050405020304" pitchFamily="18" charset="0"/>
              <a:buChar char="•"/>
            </a:pPr>
            <a:r>
              <a:rPr lang="pt-BR" altLang="pt-BR" sz="2800" i="0"/>
              <a:t> </a:t>
            </a:r>
            <a:r>
              <a:rPr lang="pt-BR" altLang="pt-BR" sz="2800" b="1" i="0">
                <a:solidFill>
                  <a:srgbClr val="0000FF"/>
                </a:solidFill>
              </a:rPr>
              <a:t>Atualização </a:t>
            </a:r>
            <a:r>
              <a:rPr lang="pt-BR" altLang="pt-BR" sz="2800" b="1" i="0">
                <a:latin typeface="Wingdings" panose="05000000000000000000" pitchFamily="2" charset="2"/>
              </a:rPr>
              <a:t></a:t>
            </a:r>
            <a:r>
              <a:rPr lang="pt-BR" altLang="pt-BR" sz="2800" b="1" i="0"/>
              <a:t> </a:t>
            </a:r>
            <a:r>
              <a:rPr lang="pt-BR" altLang="pt-BR" sz="2800" i="0"/>
              <a:t>Permite que o conteúdo de uma ou mais colunas de uma tabela seja modificado.</a:t>
            </a:r>
          </a:p>
          <a:p>
            <a:pPr algn="just" eaLnBrk="1" hangingPunct="1">
              <a:spcBef>
                <a:spcPts val="700"/>
              </a:spcBef>
              <a:buClr>
                <a:srgbClr val="CE9964"/>
              </a:buClr>
              <a:buSzPct val="90000"/>
              <a:buFont typeface="Times New Roman" panose="02020603050405020304" pitchFamily="18" charset="0"/>
              <a:buChar char="•"/>
            </a:pPr>
            <a:r>
              <a:rPr lang="pt-BR" altLang="pt-BR" sz="2800" i="0"/>
              <a:t> </a:t>
            </a:r>
            <a:r>
              <a:rPr lang="pt-BR" altLang="pt-BR" sz="2800" b="1" i="0">
                <a:solidFill>
                  <a:srgbClr val="0000FF"/>
                </a:solidFill>
              </a:rPr>
              <a:t>Exclusão</a:t>
            </a:r>
            <a:r>
              <a:rPr lang="pt-BR" altLang="pt-BR" sz="2800" i="0"/>
              <a:t> </a:t>
            </a:r>
            <a:r>
              <a:rPr lang="pt-BR" altLang="pt-BR" sz="2800" b="1" i="0">
                <a:latin typeface="Wingdings" panose="05000000000000000000" pitchFamily="2" charset="2"/>
              </a:rPr>
              <a:t></a:t>
            </a:r>
            <a:r>
              <a:rPr lang="pt-BR" altLang="pt-BR" sz="2800" i="0"/>
              <a:t>  Permite que uma ou mais linhas de uma tabela sejam excluídas</a:t>
            </a:r>
          </a:p>
        </p:txBody>
      </p:sp>
      <p:sp>
        <p:nvSpPr>
          <p:cNvPr id="6147" name="Text Box 3">
            <a:extLst>
              <a:ext uri="{FF2B5EF4-FFF2-40B4-BE49-F238E27FC236}">
                <a16:creationId xmlns:a16="http://schemas.microsoft.com/office/drawing/2014/main" id="{F150512E-CCD4-50D7-A9A1-DFB3067AD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2209800"/>
            <a:ext cx="6705600" cy="2836863"/>
          </a:xfrm>
          <a:prstGeom prst="rect">
            <a:avLst/>
          </a:prstGeom>
          <a:solidFill>
            <a:srgbClr val="FFFF00"/>
          </a:solidFill>
          <a:ln w="9360" cap="sq">
            <a:solidFill>
              <a:srgbClr val="402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just" eaLnBrk="1" hangingPunct="1">
              <a:spcBef>
                <a:spcPts val="2250"/>
              </a:spcBef>
              <a:buClrTx/>
              <a:buFontTx/>
              <a:buNone/>
            </a:pPr>
            <a:r>
              <a:rPr lang="pt-BR" altLang="pt-BR" sz="3600" b="1" i="0" dirty="0"/>
              <a:t>Numa </a:t>
            </a:r>
            <a:r>
              <a:rPr lang="pt-BR" altLang="pt-BR" sz="3600" b="1" i="0" dirty="0">
                <a:solidFill>
                  <a:srgbClr val="0000FF"/>
                </a:solidFill>
              </a:rPr>
              <a:t>Base de Dados Relacional</a:t>
            </a:r>
            <a:r>
              <a:rPr lang="pt-BR" altLang="pt-BR" sz="3600" b="1" i="0" dirty="0"/>
              <a:t> estas operações são realizadas a partir de uma linguagem padrão denominada de </a:t>
            </a:r>
            <a:r>
              <a:rPr lang="pt-BR" altLang="pt-BR" sz="3600" b="1" i="0" dirty="0">
                <a:solidFill>
                  <a:srgbClr val="0000FF"/>
                </a:solidFill>
              </a:rPr>
              <a:t>S.Q.L.</a:t>
            </a:r>
            <a:r>
              <a:rPr lang="pt-BR" altLang="pt-BR" sz="3600" b="1" i="0" dirty="0"/>
              <a:t> (</a:t>
            </a:r>
            <a:r>
              <a:rPr lang="pt-BR" altLang="pt-BR" sz="3600" b="1" i="0" dirty="0" err="1"/>
              <a:t>Structure</a:t>
            </a:r>
            <a:r>
              <a:rPr lang="pt-BR" altLang="pt-BR" sz="3600" b="1" i="0" dirty="0"/>
              <a:t> Query </a:t>
            </a:r>
            <a:r>
              <a:rPr lang="pt-BR" altLang="pt-BR" sz="3600" b="1" i="0" dirty="0" err="1"/>
              <a:t>Language</a:t>
            </a:r>
            <a:r>
              <a:rPr lang="pt-BR" altLang="pt-BR" sz="3600" b="1" i="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691193521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1">
            <a:extLst>
              <a:ext uri="{FF2B5EF4-FFF2-40B4-BE49-F238E27FC236}">
                <a16:creationId xmlns:a16="http://schemas.microsoft.com/office/drawing/2014/main" id="{4103A363-145F-3B68-BE3D-C58FB6A18AE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219200" y="1828800"/>
            <a:ext cx="7086600" cy="4435475"/>
          </a:xfrm>
        </p:spPr>
        <p:txBody>
          <a:bodyPr lIns="0" tIns="0" rIns="0" bIns="0"/>
          <a:lstStyle/>
          <a:p>
            <a:pPr marL="387350" indent="-293688" algn="just">
              <a:spcBef>
                <a:spcPts val="700"/>
              </a:spcBef>
              <a:buClr>
                <a:srgbClr val="CE9964"/>
              </a:buClr>
              <a:buSzPct val="90000"/>
              <a:buFont typeface="Symbol" pitchFamily="16" charset="2"/>
              <a:buChar char=""/>
              <a:tabLst>
                <a:tab pos="387350" algn="l"/>
                <a:tab pos="492125" algn="l"/>
                <a:tab pos="941388" algn="l"/>
                <a:tab pos="1390650" algn="l"/>
                <a:tab pos="1839913" algn="l"/>
                <a:tab pos="2289175" algn="l"/>
                <a:tab pos="2738438" algn="l"/>
                <a:tab pos="3187700" algn="l"/>
                <a:tab pos="3636963" algn="l"/>
                <a:tab pos="4086225" algn="l"/>
                <a:tab pos="4535488" algn="l"/>
                <a:tab pos="4984750" algn="l"/>
                <a:tab pos="5434013" algn="l"/>
                <a:tab pos="5883275" algn="l"/>
                <a:tab pos="6332538" algn="l"/>
                <a:tab pos="6781800" algn="l"/>
                <a:tab pos="7231063" algn="l"/>
                <a:tab pos="7680325" algn="l"/>
                <a:tab pos="8129588" algn="l"/>
                <a:tab pos="8578850" algn="l"/>
                <a:tab pos="9028113" algn="l"/>
              </a:tabLst>
              <a:defRPr/>
            </a:pPr>
            <a:r>
              <a:rPr lang="en-GB" altLang="pt-BR" sz="2400" dirty="0"/>
              <a:t>JDBC </a:t>
            </a:r>
            <a:r>
              <a:rPr lang="en-GB" altLang="pt-BR" sz="2400" dirty="0" err="1"/>
              <a:t>representa</a:t>
            </a:r>
            <a:r>
              <a:rPr lang="en-GB" altLang="pt-BR" sz="2400" dirty="0"/>
              <a:t> um </a:t>
            </a:r>
            <a:r>
              <a:rPr lang="en-GB" altLang="pt-BR" sz="2400" dirty="0" err="1"/>
              <a:t>conjunto</a:t>
            </a:r>
            <a:r>
              <a:rPr lang="en-GB" altLang="pt-BR" sz="2400" dirty="0"/>
              <a:t> de classes com o </a:t>
            </a:r>
            <a:r>
              <a:rPr lang="en-GB" altLang="pt-BR" sz="2400" dirty="0" err="1"/>
              <a:t>propósito</a:t>
            </a:r>
            <a:r>
              <a:rPr lang="en-GB" altLang="pt-BR" sz="2400" dirty="0"/>
              <a:t> de </a:t>
            </a:r>
            <a:r>
              <a:rPr lang="en-GB" altLang="pt-BR" sz="2400" dirty="0" err="1"/>
              <a:t>acessar</a:t>
            </a:r>
            <a:r>
              <a:rPr lang="en-GB" altLang="pt-BR" sz="2400" dirty="0"/>
              <a:t>  um banco de dados </a:t>
            </a:r>
            <a:r>
              <a:rPr lang="en-GB" altLang="pt-BR" sz="2400" dirty="0" err="1"/>
              <a:t>através</a:t>
            </a:r>
            <a:r>
              <a:rPr lang="en-GB" altLang="pt-BR" sz="2400" dirty="0"/>
              <a:t> do SQL. </a:t>
            </a:r>
          </a:p>
          <a:p>
            <a:pPr marL="0" indent="93663" algn="just">
              <a:spcBef>
                <a:spcPts val="700"/>
              </a:spcBef>
              <a:buClrTx/>
              <a:buSzTx/>
              <a:buFontTx/>
              <a:buNone/>
              <a:tabLst>
                <a:tab pos="387350" algn="l"/>
                <a:tab pos="492125" algn="l"/>
                <a:tab pos="941388" algn="l"/>
                <a:tab pos="1390650" algn="l"/>
                <a:tab pos="1839913" algn="l"/>
                <a:tab pos="2289175" algn="l"/>
                <a:tab pos="2738438" algn="l"/>
                <a:tab pos="3187700" algn="l"/>
                <a:tab pos="3636963" algn="l"/>
                <a:tab pos="4086225" algn="l"/>
                <a:tab pos="4535488" algn="l"/>
                <a:tab pos="4984750" algn="l"/>
                <a:tab pos="5434013" algn="l"/>
                <a:tab pos="5883275" algn="l"/>
                <a:tab pos="6332538" algn="l"/>
                <a:tab pos="6781800" algn="l"/>
                <a:tab pos="7231063" algn="l"/>
                <a:tab pos="7680325" algn="l"/>
                <a:tab pos="8129588" algn="l"/>
                <a:tab pos="8578850" algn="l"/>
                <a:tab pos="9028113" algn="l"/>
              </a:tabLst>
              <a:defRPr/>
            </a:pPr>
            <a:endParaRPr lang="en-GB" altLang="pt-BR" sz="2400" dirty="0"/>
          </a:p>
          <a:p>
            <a:pPr marL="777875" lvl="1" indent="-258763">
              <a:spcBef>
                <a:spcPts val="600"/>
              </a:spcBef>
              <a:buClr>
                <a:srgbClr val="CE9964"/>
              </a:buClr>
              <a:buFont typeface="Times New Roman" pitchFamily="16" charset="0"/>
              <a:buChar char="•"/>
              <a:tabLst>
                <a:tab pos="387350" algn="l"/>
                <a:tab pos="492125" algn="l"/>
                <a:tab pos="941388" algn="l"/>
                <a:tab pos="1390650" algn="l"/>
                <a:tab pos="1839913" algn="l"/>
                <a:tab pos="2289175" algn="l"/>
                <a:tab pos="2738438" algn="l"/>
                <a:tab pos="3187700" algn="l"/>
                <a:tab pos="3636963" algn="l"/>
                <a:tab pos="4086225" algn="l"/>
                <a:tab pos="4535488" algn="l"/>
                <a:tab pos="4984750" algn="l"/>
                <a:tab pos="5434013" algn="l"/>
                <a:tab pos="5883275" algn="l"/>
                <a:tab pos="6332538" algn="l"/>
                <a:tab pos="6781800" algn="l"/>
                <a:tab pos="7231063" algn="l"/>
                <a:tab pos="7680325" algn="l"/>
                <a:tab pos="8129588" algn="l"/>
                <a:tab pos="8578850" algn="l"/>
                <a:tab pos="9028113" algn="l"/>
              </a:tabLst>
              <a:defRPr/>
            </a:pPr>
            <a:r>
              <a:rPr lang="en-GB" altLang="pt-BR" sz="2200" dirty="0" err="1"/>
              <a:t>Pacote</a:t>
            </a:r>
            <a:r>
              <a:rPr lang="en-GB" altLang="pt-BR" sz="2200" dirty="0"/>
              <a:t> Java </a:t>
            </a:r>
            <a:r>
              <a:rPr lang="en-GB" altLang="pt-BR" sz="2200" dirty="0" err="1"/>
              <a:t>padrão</a:t>
            </a:r>
            <a:r>
              <a:rPr lang="en-GB" altLang="pt-BR" sz="2200" dirty="0"/>
              <a:t>:</a:t>
            </a:r>
            <a:r>
              <a:rPr lang="en-GB" altLang="pt-BR" sz="2200" b="1" dirty="0">
                <a:solidFill>
                  <a:srgbClr val="FF0000"/>
                </a:solidFill>
              </a:rPr>
              <a:t> </a:t>
            </a:r>
            <a:r>
              <a:rPr lang="en-GB" altLang="pt-BR" sz="2200" b="1" dirty="0" err="1">
                <a:solidFill>
                  <a:srgbClr val="FF0000"/>
                </a:solidFill>
              </a:rPr>
              <a:t>java.sql</a:t>
            </a:r>
            <a:endParaRPr lang="en-GB" altLang="pt-BR" sz="2200" b="1" dirty="0">
              <a:solidFill>
                <a:srgbClr val="FF0000"/>
              </a:solidFill>
            </a:endParaRPr>
          </a:p>
          <a:p>
            <a:pPr marL="777875" lvl="1" indent="-258763" algn="just">
              <a:spcBef>
                <a:spcPts val="600"/>
              </a:spcBef>
              <a:buClr>
                <a:srgbClr val="CE9964"/>
              </a:buClr>
              <a:buFont typeface="Times New Roman" pitchFamily="16" charset="0"/>
              <a:buChar char="•"/>
              <a:tabLst>
                <a:tab pos="387350" algn="l"/>
                <a:tab pos="492125" algn="l"/>
                <a:tab pos="941388" algn="l"/>
                <a:tab pos="1390650" algn="l"/>
                <a:tab pos="1839913" algn="l"/>
                <a:tab pos="2289175" algn="l"/>
                <a:tab pos="2738438" algn="l"/>
                <a:tab pos="3187700" algn="l"/>
                <a:tab pos="3636963" algn="l"/>
                <a:tab pos="4086225" algn="l"/>
                <a:tab pos="4535488" algn="l"/>
                <a:tab pos="4984750" algn="l"/>
                <a:tab pos="5434013" algn="l"/>
                <a:tab pos="5883275" algn="l"/>
                <a:tab pos="6332538" algn="l"/>
                <a:tab pos="6781800" algn="l"/>
                <a:tab pos="7231063" algn="l"/>
                <a:tab pos="7680325" algn="l"/>
                <a:tab pos="8129588" algn="l"/>
                <a:tab pos="8578850" algn="l"/>
                <a:tab pos="9028113" algn="l"/>
              </a:tabLst>
              <a:defRPr/>
            </a:pPr>
            <a:r>
              <a:rPr lang="en-GB" altLang="pt-BR" sz="2200" dirty="0" err="1"/>
              <a:t>Dentro</a:t>
            </a:r>
            <a:r>
              <a:rPr lang="en-GB" altLang="pt-BR" sz="2200" dirty="0"/>
              <a:t> do </a:t>
            </a:r>
            <a:r>
              <a:rPr lang="en-GB" altLang="pt-BR" sz="2200" dirty="0" err="1"/>
              <a:t>pacote</a:t>
            </a:r>
            <a:r>
              <a:rPr lang="en-GB" altLang="pt-BR" sz="2200" dirty="0"/>
              <a:t> </a:t>
            </a:r>
            <a:r>
              <a:rPr lang="en-GB" altLang="pt-BR" sz="2200" dirty="0" err="1"/>
              <a:t>java.sql</a:t>
            </a:r>
            <a:r>
              <a:rPr lang="en-GB" altLang="pt-BR" sz="2200" dirty="0"/>
              <a:t> </a:t>
            </a:r>
            <a:r>
              <a:rPr lang="en-GB" altLang="pt-BR" sz="2200" dirty="0" err="1"/>
              <a:t>estão</a:t>
            </a:r>
            <a:r>
              <a:rPr lang="en-GB" altLang="pt-BR" sz="2200" dirty="0"/>
              <a:t> </a:t>
            </a:r>
            <a:r>
              <a:rPr lang="en-GB" altLang="pt-BR" sz="2200" dirty="0" err="1"/>
              <a:t>inseridas</a:t>
            </a:r>
            <a:r>
              <a:rPr lang="en-GB" altLang="pt-BR" sz="2200" dirty="0"/>
              <a:t> as classes </a:t>
            </a:r>
            <a:r>
              <a:rPr lang="en-GB" altLang="pt-BR" sz="2200" dirty="0" err="1"/>
              <a:t>necessárias</a:t>
            </a:r>
            <a:r>
              <a:rPr lang="en-GB" altLang="pt-BR" sz="2200" dirty="0"/>
              <a:t> para </a:t>
            </a:r>
            <a:r>
              <a:rPr lang="en-GB" altLang="pt-BR" sz="2200" dirty="0" err="1"/>
              <a:t>acessar</a:t>
            </a:r>
            <a:r>
              <a:rPr lang="en-GB" altLang="pt-BR" sz="2200" dirty="0"/>
              <a:t> e </a:t>
            </a:r>
            <a:r>
              <a:rPr lang="en-GB" altLang="pt-BR" sz="2200" dirty="0" err="1"/>
              <a:t>manipular</a:t>
            </a:r>
            <a:r>
              <a:rPr lang="en-GB" altLang="pt-BR" sz="2200" dirty="0"/>
              <a:t> </a:t>
            </a:r>
            <a:r>
              <a:rPr lang="en-GB" altLang="pt-BR" sz="2200" dirty="0" err="1"/>
              <a:t>uma</a:t>
            </a:r>
            <a:r>
              <a:rPr lang="en-GB" altLang="pt-BR" sz="2200" dirty="0"/>
              <a:t> base de dados </a:t>
            </a:r>
            <a:r>
              <a:rPr lang="en-GB" altLang="pt-BR" sz="2200" dirty="0" err="1"/>
              <a:t>relacional</a:t>
            </a:r>
            <a:r>
              <a:rPr lang="en-GB" altLang="pt-BR" sz="2200" dirty="0"/>
              <a:t> </a:t>
            </a:r>
            <a:r>
              <a:rPr lang="en-GB" altLang="pt-BR" sz="2200" dirty="0" err="1"/>
              <a:t>onde</a:t>
            </a:r>
            <a:r>
              <a:rPr lang="en-GB" altLang="pt-BR" sz="2200" dirty="0"/>
              <a:t> as classes </a:t>
            </a:r>
            <a:r>
              <a:rPr lang="en-GB" altLang="pt-BR" sz="2200" dirty="0" err="1"/>
              <a:t>principais</a:t>
            </a:r>
            <a:r>
              <a:rPr lang="en-GB" altLang="pt-BR" sz="2200" dirty="0"/>
              <a:t> </a:t>
            </a:r>
            <a:r>
              <a:rPr lang="en-GB" altLang="pt-BR" sz="2200" dirty="0" err="1"/>
              <a:t>são</a:t>
            </a:r>
            <a:r>
              <a:rPr lang="en-GB" altLang="pt-BR" sz="2200" dirty="0"/>
              <a:t>: </a:t>
            </a:r>
            <a:r>
              <a:rPr lang="en-GB" altLang="pt-BR" sz="2200" b="1" dirty="0">
                <a:solidFill>
                  <a:schemeClr val="accent6"/>
                </a:solidFill>
              </a:rPr>
              <a:t>Connection</a:t>
            </a:r>
            <a:r>
              <a:rPr lang="en-GB" altLang="pt-BR" sz="2200" dirty="0"/>
              <a:t>, </a:t>
            </a:r>
            <a:r>
              <a:rPr lang="en-GB" altLang="pt-BR" sz="2200" b="1" dirty="0">
                <a:solidFill>
                  <a:schemeClr val="accent6"/>
                </a:solidFill>
              </a:rPr>
              <a:t>Statement</a:t>
            </a:r>
            <a:r>
              <a:rPr lang="en-GB" altLang="pt-BR" sz="2200" dirty="0"/>
              <a:t>, </a:t>
            </a:r>
            <a:r>
              <a:rPr lang="en-GB" altLang="pt-BR" sz="2200" b="1" dirty="0" err="1">
                <a:solidFill>
                  <a:schemeClr val="accent6"/>
                </a:solidFill>
              </a:rPr>
              <a:t>ResultSet</a:t>
            </a:r>
            <a:endParaRPr lang="en-GB" altLang="pt-BR" sz="2200" b="1" dirty="0">
              <a:solidFill>
                <a:schemeClr val="accent6"/>
              </a:solidFill>
            </a:endParaRPr>
          </a:p>
          <a:p>
            <a:pPr marL="387350" indent="-385763">
              <a:buClrTx/>
              <a:buSzTx/>
              <a:buFontTx/>
              <a:buNone/>
              <a:tabLst>
                <a:tab pos="387350" algn="l"/>
                <a:tab pos="492125" algn="l"/>
                <a:tab pos="941388" algn="l"/>
                <a:tab pos="1390650" algn="l"/>
                <a:tab pos="1839913" algn="l"/>
                <a:tab pos="2289175" algn="l"/>
                <a:tab pos="2738438" algn="l"/>
                <a:tab pos="3187700" algn="l"/>
                <a:tab pos="3636963" algn="l"/>
                <a:tab pos="4086225" algn="l"/>
                <a:tab pos="4535488" algn="l"/>
                <a:tab pos="4984750" algn="l"/>
                <a:tab pos="5434013" algn="l"/>
                <a:tab pos="5883275" algn="l"/>
                <a:tab pos="6332538" algn="l"/>
                <a:tab pos="6781800" algn="l"/>
                <a:tab pos="7231063" algn="l"/>
                <a:tab pos="7680325" algn="l"/>
                <a:tab pos="8129588" algn="l"/>
                <a:tab pos="8578850" algn="l"/>
                <a:tab pos="9028113" algn="l"/>
              </a:tabLst>
              <a:defRPr/>
            </a:pPr>
            <a:endParaRPr lang="en-GB" altLang="pt-BR" sz="2200" dirty="0">
              <a:solidFill>
                <a:srgbClr val="000000"/>
              </a:solidFill>
            </a:endParaRPr>
          </a:p>
          <a:p>
            <a:pPr marL="0" indent="93663" algn="just">
              <a:spcBef>
                <a:spcPts val="700"/>
              </a:spcBef>
              <a:buClrTx/>
              <a:buSzTx/>
              <a:buFontTx/>
              <a:buNone/>
              <a:tabLst>
                <a:tab pos="387350" algn="l"/>
                <a:tab pos="492125" algn="l"/>
                <a:tab pos="941388" algn="l"/>
                <a:tab pos="1390650" algn="l"/>
                <a:tab pos="1839913" algn="l"/>
                <a:tab pos="2289175" algn="l"/>
                <a:tab pos="2738438" algn="l"/>
                <a:tab pos="3187700" algn="l"/>
                <a:tab pos="3636963" algn="l"/>
                <a:tab pos="4086225" algn="l"/>
                <a:tab pos="4535488" algn="l"/>
                <a:tab pos="4984750" algn="l"/>
                <a:tab pos="5434013" algn="l"/>
                <a:tab pos="5883275" algn="l"/>
                <a:tab pos="6332538" algn="l"/>
                <a:tab pos="6781800" algn="l"/>
                <a:tab pos="7231063" algn="l"/>
                <a:tab pos="7680325" algn="l"/>
                <a:tab pos="8129588" algn="l"/>
                <a:tab pos="8578850" algn="l"/>
                <a:tab pos="9028113" algn="l"/>
              </a:tabLst>
              <a:defRPr/>
            </a:pPr>
            <a:endParaRPr lang="en-GB" altLang="pt-BR" sz="2400" dirty="0"/>
          </a:p>
        </p:txBody>
      </p:sp>
      <p:sp>
        <p:nvSpPr>
          <p:cNvPr id="18435" name="Rectangle 8">
            <a:extLst>
              <a:ext uri="{FF2B5EF4-FFF2-40B4-BE49-F238E27FC236}">
                <a16:creationId xmlns:a16="http://schemas.microsoft.com/office/drawing/2014/main" id="{EE1D9573-BB9B-833F-4D7F-5F34AAA14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57200"/>
            <a:ext cx="7543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pt-BR" b="1" i="0">
                <a:solidFill>
                  <a:srgbClr val="996633"/>
                </a:solidFill>
              </a:rPr>
              <a:t>Interagindo Aplicação O.O. com </a:t>
            </a:r>
            <a:br>
              <a:rPr lang="pt-BR" altLang="pt-BR" b="1" i="0">
                <a:solidFill>
                  <a:srgbClr val="996633"/>
                </a:solidFill>
              </a:rPr>
            </a:br>
            <a:r>
              <a:rPr lang="pt-BR" altLang="pt-BR" b="1" i="0">
                <a:solidFill>
                  <a:srgbClr val="996633"/>
                </a:solidFill>
              </a:rPr>
              <a:t>uma Base de Dados Relacional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">
            <a:extLst>
              <a:ext uri="{FF2B5EF4-FFF2-40B4-BE49-F238E27FC236}">
                <a16:creationId xmlns:a16="http://schemas.microsoft.com/office/drawing/2014/main" id="{C36F8BBC-68E8-49A4-B945-3D9AA77E68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115616" y="1556792"/>
            <a:ext cx="7776864" cy="5112568"/>
          </a:xfrm>
        </p:spPr>
        <p:txBody>
          <a:bodyPr lIns="92160" tIns="46080" rIns="92160" bIns="46080"/>
          <a:lstStyle/>
          <a:p>
            <a:pPr marL="666750" indent="-663575" algn="just">
              <a:spcBef>
                <a:spcPts val="650"/>
              </a:spcBef>
              <a:buClrTx/>
              <a:buSzPct val="90000"/>
              <a:buFontTx/>
              <a:buNone/>
              <a:tabLst>
                <a:tab pos="666750" algn="l"/>
                <a:tab pos="771525" algn="l"/>
                <a:tab pos="1220788" algn="l"/>
                <a:tab pos="1670050" algn="l"/>
                <a:tab pos="2119313" algn="l"/>
                <a:tab pos="2568575" algn="l"/>
                <a:tab pos="3017838" algn="l"/>
                <a:tab pos="3467100" algn="l"/>
                <a:tab pos="3916363" algn="l"/>
                <a:tab pos="4365625" algn="l"/>
                <a:tab pos="4814888" algn="l"/>
                <a:tab pos="5264150" algn="l"/>
                <a:tab pos="5713413" algn="l"/>
                <a:tab pos="6162675" algn="l"/>
                <a:tab pos="6611938" algn="l"/>
                <a:tab pos="7061200" algn="l"/>
                <a:tab pos="7510463" algn="l"/>
                <a:tab pos="7959725" algn="l"/>
                <a:tab pos="8408988" algn="l"/>
                <a:tab pos="8858250" algn="l"/>
                <a:tab pos="9307513" algn="l"/>
              </a:tabLst>
            </a:pPr>
            <a:r>
              <a:rPr lang="pt-BR" altLang="pt-BR" sz="2200" dirty="0"/>
              <a:t> </a:t>
            </a:r>
          </a:p>
          <a:p>
            <a:pPr marL="666750" indent="-663575" algn="just">
              <a:spcBef>
                <a:spcPts val="600"/>
              </a:spcBef>
              <a:buClrTx/>
              <a:buSzPct val="90000"/>
              <a:buFontTx/>
              <a:buNone/>
              <a:tabLst>
                <a:tab pos="666750" algn="l"/>
                <a:tab pos="771525" algn="l"/>
                <a:tab pos="1220788" algn="l"/>
                <a:tab pos="1670050" algn="l"/>
                <a:tab pos="2119313" algn="l"/>
                <a:tab pos="2568575" algn="l"/>
                <a:tab pos="3017838" algn="l"/>
                <a:tab pos="3467100" algn="l"/>
                <a:tab pos="3916363" algn="l"/>
                <a:tab pos="4365625" algn="l"/>
                <a:tab pos="4814888" algn="l"/>
                <a:tab pos="5264150" algn="l"/>
                <a:tab pos="5713413" algn="l"/>
                <a:tab pos="6162675" algn="l"/>
                <a:tab pos="6611938" algn="l"/>
                <a:tab pos="7061200" algn="l"/>
                <a:tab pos="7510463" algn="l"/>
                <a:tab pos="7959725" algn="l"/>
                <a:tab pos="8408988" algn="l"/>
                <a:tab pos="8858250" algn="l"/>
                <a:tab pos="9307513" algn="l"/>
              </a:tabLst>
            </a:pPr>
            <a:r>
              <a:rPr lang="pt-BR" altLang="pt-BR" sz="2200" b="1" dirty="0"/>
              <a:t>1o.) Abrir uma conexão. Instanciar um objeto da classe Connection (</a:t>
            </a:r>
            <a:r>
              <a:rPr lang="pt-BR" altLang="pt-BR" sz="2200" dirty="0"/>
              <a:t>método</a:t>
            </a:r>
            <a:r>
              <a:rPr lang="pt-BR" altLang="pt-BR" sz="2200" b="1" dirty="0"/>
              <a:t> </a:t>
            </a:r>
            <a:r>
              <a:rPr lang="pt-BR" altLang="pt-BR" sz="2200" i="1" dirty="0" err="1"/>
              <a:t>getConnection</a:t>
            </a:r>
            <a:r>
              <a:rPr lang="pt-BR" altLang="pt-BR" sz="2200" i="1" dirty="0"/>
              <a:t>( )</a:t>
            </a:r>
            <a:r>
              <a:rPr lang="pt-BR" altLang="pt-BR" sz="2200" b="1" dirty="0"/>
              <a:t>).</a:t>
            </a:r>
          </a:p>
          <a:p>
            <a:pPr marL="666750" indent="-663575" algn="just">
              <a:spcBef>
                <a:spcPts val="600"/>
              </a:spcBef>
              <a:buClrTx/>
              <a:buSzPct val="90000"/>
              <a:buFontTx/>
              <a:buNone/>
              <a:tabLst>
                <a:tab pos="666750" algn="l"/>
                <a:tab pos="771525" algn="l"/>
                <a:tab pos="1220788" algn="l"/>
                <a:tab pos="1670050" algn="l"/>
                <a:tab pos="2119313" algn="l"/>
                <a:tab pos="2568575" algn="l"/>
                <a:tab pos="3017838" algn="l"/>
                <a:tab pos="3467100" algn="l"/>
                <a:tab pos="3916363" algn="l"/>
                <a:tab pos="4365625" algn="l"/>
                <a:tab pos="4814888" algn="l"/>
                <a:tab pos="5264150" algn="l"/>
                <a:tab pos="5713413" algn="l"/>
                <a:tab pos="6162675" algn="l"/>
                <a:tab pos="6611938" algn="l"/>
                <a:tab pos="7061200" algn="l"/>
                <a:tab pos="7510463" algn="l"/>
                <a:tab pos="7959725" algn="l"/>
                <a:tab pos="8408988" algn="l"/>
                <a:tab pos="8858250" algn="l"/>
                <a:tab pos="9307513" algn="l"/>
              </a:tabLst>
            </a:pPr>
            <a:r>
              <a:rPr lang="pt-BR" altLang="pt-BR" sz="2200" b="1" dirty="0"/>
              <a:t>2o.) Preparar a instrução SQL. Instanciar um objeto da classe </a:t>
            </a:r>
            <a:r>
              <a:rPr lang="pt-BR" altLang="pt-BR" sz="2200" b="1" dirty="0" err="1"/>
              <a:t>PreparedStatement</a:t>
            </a:r>
            <a:r>
              <a:rPr lang="pt-BR" altLang="pt-BR" sz="2200" b="1" dirty="0"/>
              <a:t>.</a:t>
            </a:r>
          </a:p>
          <a:p>
            <a:pPr marL="666750" indent="-663575" algn="just">
              <a:spcBef>
                <a:spcPts val="600"/>
              </a:spcBef>
              <a:buClrTx/>
              <a:buSzPct val="90000"/>
              <a:buFontTx/>
              <a:buNone/>
              <a:tabLst>
                <a:tab pos="666750" algn="l"/>
                <a:tab pos="771525" algn="l"/>
                <a:tab pos="1220788" algn="l"/>
                <a:tab pos="1670050" algn="l"/>
                <a:tab pos="2119313" algn="l"/>
                <a:tab pos="2568575" algn="l"/>
                <a:tab pos="3017838" algn="l"/>
                <a:tab pos="3467100" algn="l"/>
                <a:tab pos="3916363" algn="l"/>
                <a:tab pos="4365625" algn="l"/>
                <a:tab pos="4814888" algn="l"/>
                <a:tab pos="5264150" algn="l"/>
                <a:tab pos="5713413" algn="l"/>
                <a:tab pos="6162675" algn="l"/>
                <a:tab pos="6611938" algn="l"/>
                <a:tab pos="7061200" algn="l"/>
                <a:tab pos="7510463" algn="l"/>
                <a:tab pos="7959725" algn="l"/>
                <a:tab pos="8408988" algn="l"/>
                <a:tab pos="8858250" algn="l"/>
                <a:tab pos="9307513" algn="l"/>
              </a:tabLst>
            </a:pPr>
            <a:r>
              <a:rPr lang="pt-BR" altLang="pt-BR" sz="2200" b="1" dirty="0"/>
              <a:t>3o.) Enviar a instrução SQL para o SGBD(</a:t>
            </a:r>
            <a:r>
              <a:rPr lang="pt-BR" altLang="pt-BR" sz="2200" dirty="0"/>
              <a:t>métodos</a:t>
            </a:r>
            <a:r>
              <a:rPr lang="pt-BR" altLang="pt-BR" sz="2200" b="1" dirty="0"/>
              <a:t> </a:t>
            </a:r>
            <a:r>
              <a:rPr lang="pt-BR" altLang="pt-BR" sz="2200" dirty="0"/>
              <a:t>execute() ou </a:t>
            </a:r>
            <a:r>
              <a:rPr lang="pt-BR" altLang="pt-BR" sz="2200" i="1" dirty="0" err="1"/>
              <a:t>executeQuery</a:t>
            </a:r>
            <a:r>
              <a:rPr lang="pt-BR" altLang="pt-BR" sz="2200" i="1" dirty="0"/>
              <a:t>( )</a:t>
            </a:r>
            <a:r>
              <a:rPr lang="pt-BR" altLang="pt-BR" sz="2200" b="1" i="1" dirty="0"/>
              <a:t>)</a:t>
            </a:r>
          </a:p>
          <a:p>
            <a:pPr marL="666750" indent="-663575" algn="just">
              <a:spcBef>
                <a:spcPts val="600"/>
              </a:spcBef>
              <a:buClrTx/>
              <a:buSzPct val="90000"/>
              <a:buFontTx/>
              <a:buNone/>
              <a:tabLst>
                <a:tab pos="666750" algn="l"/>
                <a:tab pos="771525" algn="l"/>
                <a:tab pos="1220788" algn="l"/>
                <a:tab pos="1670050" algn="l"/>
                <a:tab pos="2119313" algn="l"/>
                <a:tab pos="2568575" algn="l"/>
                <a:tab pos="3017838" algn="l"/>
                <a:tab pos="3467100" algn="l"/>
                <a:tab pos="3916363" algn="l"/>
                <a:tab pos="4365625" algn="l"/>
                <a:tab pos="4814888" algn="l"/>
                <a:tab pos="5264150" algn="l"/>
                <a:tab pos="5713413" algn="l"/>
                <a:tab pos="6162675" algn="l"/>
                <a:tab pos="6611938" algn="l"/>
                <a:tab pos="7061200" algn="l"/>
                <a:tab pos="7510463" algn="l"/>
                <a:tab pos="7959725" algn="l"/>
                <a:tab pos="8408988" algn="l"/>
                <a:tab pos="8858250" algn="l"/>
                <a:tab pos="9307513" algn="l"/>
              </a:tabLst>
            </a:pPr>
            <a:r>
              <a:rPr lang="pt-BR" altLang="pt-BR" sz="2200" b="1" dirty="0"/>
              <a:t>4o.) Obter os resultados de uma instrução </a:t>
            </a:r>
            <a:r>
              <a:rPr lang="pt-BR" altLang="pt-BR" sz="2200" b="1" dirty="0" err="1"/>
              <a:t>select</a:t>
            </a:r>
            <a:r>
              <a:rPr lang="pt-BR" altLang="pt-BR" sz="2200" b="1" dirty="0"/>
              <a:t>. Instanciação de um objeto da classe </a:t>
            </a:r>
            <a:r>
              <a:rPr lang="pt-BR" altLang="pt-BR" sz="2200" b="1" dirty="0" err="1"/>
              <a:t>ResultSet</a:t>
            </a:r>
            <a:r>
              <a:rPr lang="pt-BR" altLang="pt-BR" sz="2200" b="1" dirty="0"/>
              <a:t>.</a:t>
            </a:r>
            <a:endParaRPr lang="pt-BR" altLang="pt-BR" sz="2200" b="1" i="1" dirty="0"/>
          </a:p>
          <a:p>
            <a:pPr marL="666750" indent="-663575" algn="just">
              <a:spcBef>
                <a:spcPts val="600"/>
              </a:spcBef>
              <a:buClrTx/>
              <a:buSzPct val="90000"/>
              <a:buFontTx/>
              <a:buNone/>
              <a:tabLst>
                <a:tab pos="666750" algn="l"/>
                <a:tab pos="771525" algn="l"/>
                <a:tab pos="1220788" algn="l"/>
                <a:tab pos="1670050" algn="l"/>
                <a:tab pos="2119313" algn="l"/>
                <a:tab pos="2568575" algn="l"/>
                <a:tab pos="3017838" algn="l"/>
                <a:tab pos="3467100" algn="l"/>
                <a:tab pos="3916363" algn="l"/>
                <a:tab pos="4365625" algn="l"/>
                <a:tab pos="4814888" algn="l"/>
                <a:tab pos="5264150" algn="l"/>
                <a:tab pos="5713413" algn="l"/>
                <a:tab pos="6162675" algn="l"/>
                <a:tab pos="6611938" algn="l"/>
                <a:tab pos="7061200" algn="l"/>
                <a:tab pos="7510463" algn="l"/>
                <a:tab pos="7959725" algn="l"/>
                <a:tab pos="8408988" algn="l"/>
                <a:tab pos="8858250" algn="l"/>
                <a:tab pos="9307513" algn="l"/>
              </a:tabLst>
            </a:pPr>
            <a:r>
              <a:rPr lang="pt-BR" altLang="pt-BR" sz="2200" b="1" dirty="0"/>
              <a:t>5o.) Fechar conexão.</a:t>
            </a:r>
          </a:p>
        </p:txBody>
      </p:sp>
      <p:sp>
        <p:nvSpPr>
          <p:cNvPr id="22531" name="Rectangle 8">
            <a:extLst>
              <a:ext uri="{FF2B5EF4-FFF2-40B4-BE49-F238E27FC236}">
                <a16:creationId xmlns:a16="http://schemas.microsoft.com/office/drawing/2014/main" id="{7F78455B-2C35-2553-36EA-DD5771D2D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0184" y="188640"/>
            <a:ext cx="7543800" cy="1080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marL="666750" indent="-663575" algn="ctr">
              <a:spcBef>
                <a:spcPts val="650"/>
              </a:spcBef>
              <a:buClrTx/>
              <a:buSzPct val="90000"/>
              <a:buFontTx/>
              <a:buNone/>
              <a:tabLst>
                <a:tab pos="666750" algn="l"/>
                <a:tab pos="771525" algn="l"/>
                <a:tab pos="1220788" algn="l"/>
                <a:tab pos="1670050" algn="l"/>
                <a:tab pos="2119313" algn="l"/>
                <a:tab pos="2568575" algn="l"/>
                <a:tab pos="3017838" algn="l"/>
                <a:tab pos="3467100" algn="l"/>
                <a:tab pos="3916363" algn="l"/>
                <a:tab pos="4365625" algn="l"/>
                <a:tab pos="4814888" algn="l"/>
                <a:tab pos="5264150" algn="l"/>
                <a:tab pos="5713413" algn="l"/>
                <a:tab pos="6162675" algn="l"/>
                <a:tab pos="6611938" algn="l"/>
                <a:tab pos="7061200" algn="l"/>
                <a:tab pos="7510463" algn="l"/>
                <a:tab pos="7959725" algn="l"/>
                <a:tab pos="8408988" algn="l"/>
                <a:tab pos="8858250" algn="l"/>
                <a:tab pos="9307513" algn="l"/>
              </a:tabLst>
            </a:pPr>
            <a:r>
              <a:rPr lang="pt-BR" altLang="pt-BR" sz="3400" b="1" dirty="0"/>
              <a:t>Etapas para acessar e interagir </a:t>
            </a:r>
          </a:p>
          <a:p>
            <a:pPr marL="666750" indent="-663575" algn="ctr">
              <a:spcBef>
                <a:spcPts val="650"/>
              </a:spcBef>
              <a:buClrTx/>
              <a:buSzPct val="90000"/>
              <a:buFontTx/>
              <a:buNone/>
              <a:tabLst>
                <a:tab pos="666750" algn="l"/>
                <a:tab pos="771525" algn="l"/>
                <a:tab pos="1220788" algn="l"/>
                <a:tab pos="1670050" algn="l"/>
                <a:tab pos="2119313" algn="l"/>
                <a:tab pos="2568575" algn="l"/>
                <a:tab pos="3017838" algn="l"/>
                <a:tab pos="3467100" algn="l"/>
                <a:tab pos="3916363" algn="l"/>
                <a:tab pos="4365625" algn="l"/>
                <a:tab pos="4814888" algn="l"/>
                <a:tab pos="5264150" algn="l"/>
                <a:tab pos="5713413" algn="l"/>
                <a:tab pos="6162675" algn="l"/>
                <a:tab pos="6611938" algn="l"/>
                <a:tab pos="7061200" algn="l"/>
                <a:tab pos="7510463" algn="l"/>
                <a:tab pos="7959725" algn="l"/>
                <a:tab pos="8408988" algn="l"/>
                <a:tab pos="8858250" algn="l"/>
                <a:tab pos="9307513" algn="l"/>
              </a:tabLst>
            </a:pPr>
            <a:r>
              <a:rPr lang="pt-BR" altLang="pt-BR" sz="3400" b="1" dirty="0"/>
              <a:t>com um SGBD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ext Box 1">
            <a:extLst>
              <a:ext uri="{FF2B5EF4-FFF2-40B4-BE49-F238E27FC236}">
                <a16:creationId xmlns:a16="http://schemas.microsoft.com/office/drawing/2014/main" id="{6DF5B92A-EE8F-E581-B4F0-59E0725AA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7112" y="188640"/>
            <a:ext cx="7947588" cy="1368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pt-BR" sz="3600" i="0" dirty="0">
                <a:solidFill>
                  <a:srgbClr val="996633"/>
                </a:solidFill>
              </a:rPr>
              <a:t>Definição da Tabela Aluno no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pt-BR" sz="3600" i="0" dirty="0">
                <a:solidFill>
                  <a:srgbClr val="996633"/>
                </a:solidFill>
              </a:rPr>
              <a:t>Microsoft Access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5CE0454-EF35-C4A6-4B25-A8DD3F69B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2902625"/>
            <a:ext cx="7502549" cy="241661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27C9384-303C-EDDE-D689-C53D5A7053D6}"/>
              </a:ext>
            </a:extLst>
          </p:cNvPr>
          <p:cNvSpPr txBox="1"/>
          <p:nvPr/>
        </p:nvSpPr>
        <p:spPr>
          <a:xfrm>
            <a:off x="1259632" y="1988840"/>
            <a:ext cx="5976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1"/>
                </a:solidFill>
                <a:highlight>
                  <a:srgbClr val="FFFF00"/>
                </a:highlight>
              </a:rPr>
              <a:t>Base de dados: BD_Exemplo.accdb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ext Box 1">
            <a:extLst>
              <a:ext uri="{FF2B5EF4-FFF2-40B4-BE49-F238E27FC236}">
                <a16:creationId xmlns:a16="http://schemas.microsoft.com/office/drawing/2014/main" id="{6DF5B92A-EE8F-E581-B4F0-59E0725AA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188640"/>
            <a:ext cx="773156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pt-BR" sz="3600" i="0" dirty="0">
                <a:solidFill>
                  <a:srgbClr val="996633"/>
                </a:solidFill>
              </a:rPr>
              <a:t>Estrutura do projeto 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8878F25-8465-32CE-26FE-30160E5F6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836711"/>
            <a:ext cx="3960440" cy="570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037793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ext Box 1">
            <a:extLst>
              <a:ext uri="{FF2B5EF4-FFF2-40B4-BE49-F238E27FC236}">
                <a16:creationId xmlns:a16="http://schemas.microsoft.com/office/drawing/2014/main" id="{6DF5B92A-EE8F-E581-B4F0-59E0725AA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188640"/>
            <a:ext cx="756084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pt-BR" i="0" dirty="0">
                <a:solidFill>
                  <a:srgbClr val="996633"/>
                </a:solidFill>
              </a:rPr>
              <a:t>Definição dos atributos na classe </a:t>
            </a:r>
            <a:r>
              <a:rPr lang="pt-BR" altLang="pt-BR" i="0" dirty="0" err="1">
                <a:solidFill>
                  <a:srgbClr val="996633"/>
                </a:solidFill>
              </a:rPr>
              <a:t>GuiAluno</a:t>
            </a:r>
            <a:endParaRPr lang="pt-BR" altLang="pt-BR" i="0" dirty="0">
              <a:solidFill>
                <a:srgbClr val="996633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D3B7200-1624-0980-C259-16E175F88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287" y="1147728"/>
            <a:ext cx="8024473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216788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ext Box 1">
            <a:extLst>
              <a:ext uri="{FF2B5EF4-FFF2-40B4-BE49-F238E27FC236}">
                <a16:creationId xmlns:a16="http://schemas.microsoft.com/office/drawing/2014/main" id="{6DF5B92A-EE8F-E581-B4F0-59E0725AA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9280" y="90984"/>
            <a:ext cx="756084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pt-BR" sz="3600" i="0" dirty="0">
                <a:solidFill>
                  <a:srgbClr val="996633"/>
                </a:solidFill>
              </a:rPr>
              <a:t>Estabelecendo a conexão com o SGBD</a:t>
            </a:r>
          </a:p>
        </p:txBody>
      </p:sp>
      <p:sp>
        <p:nvSpPr>
          <p:cNvPr id="4" name="Text Box 1">
            <a:extLst>
              <a:ext uri="{FF2B5EF4-FFF2-40B4-BE49-F238E27FC236}">
                <a16:creationId xmlns:a16="http://schemas.microsoft.com/office/drawing/2014/main" id="{D00ECB94-FD50-34C8-C1B8-411D64C4D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149080"/>
            <a:ext cx="730485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pt-BR" sz="3600" i="0" dirty="0">
                <a:solidFill>
                  <a:srgbClr val="996633"/>
                </a:solidFill>
              </a:rPr>
              <a:t>Encerrando a conexão com o SGBD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A7C66A6-DE4A-1DD2-1B21-EFCC4FC98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08" y="4797152"/>
            <a:ext cx="8028384" cy="782494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ED19BF78-8A1B-708F-DB3C-4A9EF5EF56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516" y="837434"/>
            <a:ext cx="7956376" cy="256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187491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ext Box 1">
            <a:extLst>
              <a:ext uri="{FF2B5EF4-FFF2-40B4-BE49-F238E27FC236}">
                <a16:creationId xmlns:a16="http://schemas.microsoft.com/office/drawing/2014/main" id="{6DF5B92A-EE8F-E581-B4F0-59E0725AA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188640"/>
            <a:ext cx="730485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pt-BR" sz="3600" dirty="0">
                <a:solidFill>
                  <a:srgbClr val="996633"/>
                </a:solidFill>
              </a:rPr>
              <a:t>Operação de consulta no SGBD</a:t>
            </a:r>
            <a:endParaRPr lang="pt-BR" altLang="pt-BR" sz="3600" i="0" dirty="0">
              <a:solidFill>
                <a:srgbClr val="996633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93164E2-3CFC-3F7F-5710-92DE6F290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836712"/>
            <a:ext cx="8028384" cy="404931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D5F4A6F-3078-650A-89A3-E418D9A7E1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8104" y="4365104"/>
            <a:ext cx="3594640" cy="2304256"/>
          </a:xfrm>
          <a:prstGeom prst="rect">
            <a:avLst/>
          </a:prstGeom>
        </p:spPr>
      </p:pic>
      <p:cxnSp>
        <p:nvCxnSpPr>
          <p:cNvPr id="3" name="Conector reto 2">
            <a:hlinkClick r:id="rId5" action="ppaction://hlinksldjump"/>
            <a:extLst>
              <a:ext uri="{FF2B5EF4-FFF2-40B4-BE49-F238E27FC236}">
                <a16:creationId xmlns:a16="http://schemas.microsoft.com/office/drawing/2014/main" id="{D5C16D9C-2EF5-B515-DFF2-1FBA6E957BC5}"/>
              </a:ext>
            </a:extLst>
          </p:cNvPr>
          <p:cNvCxnSpPr/>
          <p:nvPr/>
        </p:nvCxnSpPr>
        <p:spPr bwMode="auto">
          <a:xfrm>
            <a:off x="3513088" y="1628800"/>
            <a:ext cx="1008112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617836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ext Box 1">
            <a:extLst>
              <a:ext uri="{FF2B5EF4-FFF2-40B4-BE49-F238E27FC236}">
                <a16:creationId xmlns:a16="http://schemas.microsoft.com/office/drawing/2014/main" id="{6DF5B92A-EE8F-E581-B4F0-59E0725AA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188640"/>
            <a:ext cx="730485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pt-BR" sz="3600" dirty="0">
                <a:solidFill>
                  <a:srgbClr val="996633"/>
                </a:solidFill>
              </a:rPr>
              <a:t>Operação de consulta no SGBD</a:t>
            </a:r>
            <a:endParaRPr lang="pt-BR" altLang="pt-BR" sz="3600" i="0" dirty="0">
              <a:solidFill>
                <a:srgbClr val="996633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DDA2042-4115-A567-849C-AA14F42F9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908720"/>
            <a:ext cx="7995736" cy="311607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C423954-9029-073D-EE1B-148849DD65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992" y="3861048"/>
            <a:ext cx="4464496" cy="288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705506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ext Box 1">
            <a:extLst>
              <a:ext uri="{FF2B5EF4-FFF2-40B4-BE49-F238E27FC236}">
                <a16:creationId xmlns:a16="http://schemas.microsoft.com/office/drawing/2014/main" id="{6DF5B92A-EE8F-E581-B4F0-59E0725AA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188640"/>
            <a:ext cx="730485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pt-BR" sz="3600" dirty="0">
                <a:solidFill>
                  <a:srgbClr val="996633"/>
                </a:solidFill>
              </a:rPr>
              <a:t>Operação de inserção no SGBD</a:t>
            </a:r>
            <a:endParaRPr lang="pt-BR" altLang="pt-BR" sz="3600" i="0" dirty="0">
              <a:solidFill>
                <a:srgbClr val="996633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182124E-F05D-E021-406C-105A69CCA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836712"/>
            <a:ext cx="7945822" cy="4536504"/>
          </a:xfrm>
          <a:prstGeom prst="rect">
            <a:avLst/>
          </a:prstGeom>
        </p:spPr>
      </p:pic>
      <p:cxnSp>
        <p:nvCxnSpPr>
          <p:cNvPr id="5" name="Conector reto 4">
            <a:hlinkClick r:id="rId4" action="ppaction://hlinksldjump"/>
            <a:extLst>
              <a:ext uri="{FF2B5EF4-FFF2-40B4-BE49-F238E27FC236}">
                <a16:creationId xmlns:a16="http://schemas.microsoft.com/office/drawing/2014/main" id="{49F980EC-8C72-6213-F610-BC4755A9E097}"/>
              </a:ext>
            </a:extLst>
          </p:cNvPr>
          <p:cNvCxnSpPr/>
          <p:nvPr/>
        </p:nvCxnSpPr>
        <p:spPr bwMode="auto">
          <a:xfrm>
            <a:off x="2741320" y="3574792"/>
            <a:ext cx="1008112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2960630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ext Box 1">
            <a:extLst>
              <a:ext uri="{FF2B5EF4-FFF2-40B4-BE49-F238E27FC236}">
                <a16:creationId xmlns:a16="http://schemas.microsoft.com/office/drawing/2014/main" id="{6DF5B92A-EE8F-E581-B4F0-59E0725AA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188640"/>
            <a:ext cx="730485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pt-BR" sz="3600" dirty="0">
                <a:solidFill>
                  <a:srgbClr val="996633"/>
                </a:solidFill>
              </a:rPr>
              <a:t>Operação de alteração no SGBD</a:t>
            </a:r>
            <a:endParaRPr lang="pt-BR" altLang="pt-BR" sz="3600" i="0" dirty="0">
              <a:solidFill>
                <a:srgbClr val="996633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F7B2D56-1B64-2503-C393-DA5CE9B33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448" y="1124744"/>
            <a:ext cx="8047823" cy="3849164"/>
          </a:xfrm>
          <a:prstGeom prst="rect">
            <a:avLst/>
          </a:prstGeom>
        </p:spPr>
      </p:pic>
      <p:cxnSp>
        <p:nvCxnSpPr>
          <p:cNvPr id="7" name="Conector reto 6">
            <a:hlinkClick r:id="rId4" action="ppaction://hlinksldjump"/>
            <a:extLst>
              <a:ext uri="{FF2B5EF4-FFF2-40B4-BE49-F238E27FC236}">
                <a16:creationId xmlns:a16="http://schemas.microsoft.com/office/drawing/2014/main" id="{E32EBCE7-7375-177A-6383-B72560BC0A42}"/>
              </a:ext>
            </a:extLst>
          </p:cNvPr>
          <p:cNvCxnSpPr>
            <a:cxnSpLocks/>
          </p:cNvCxnSpPr>
          <p:nvPr/>
        </p:nvCxnSpPr>
        <p:spPr bwMode="auto">
          <a:xfrm>
            <a:off x="2915816" y="2698760"/>
            <a:ext cx="864096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6732610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ext Box 1">
            <a:extLst>
              <a:ext uri="{FF2B5EF4-FFF2-40B4-BE49-F238E27FC236}">
                <a16:creationId xmlns:a16="http://schemas.microsoft.com/office/drawing/2014/main" id="{6DF5B92A-EE8F-E581-B4F0-59E0725AA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188640"/>
            <a:ext cx="730485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pt-BR" sz="3600" dirty="0">
                <a:solidFill>
                  <a:srgbClr val="996633"/>
                </a:solidFill>
              </a:rPr>
              <a:t>Operação de exclusão no SGBD</a:t>
            </a:r>
            <a:endParaRPr lang="pt-BR" altLang="pt-BR" sz="3600" i="0" dirty="0">
              <a:solidFill>
                <a:srgbClr val="996633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66E1106-FF56-343E-D091-8FAC9AEC3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210" y="1052736"/>
            <a:ext cx="8106309" cy="3798632"/>
          </a:xfrm>
          <a:prstGeom prst="rect">
            <a:avLst/>
          </a:prstGeom>
        </p:spPr>
      </p:pic>
      <p:cxnSp>
        <p:nvCxnSpPr>
          <p:cNvPr id="9" name="Conector reto 8">
            <a:hlinkClick r:id="rId4" action="ppaction://hlinksldjump"/>
            <a:extLst>
              <a:ext uri="{FF2B5EF4-FFF2-40B4-BE49-F238E27FC236}">
                <a16:creationId xmlns:a16="http://schemas.microsoft.com/office/drawing/2014/main" id="{E2D79AFE-F7FC-BBFC-9AD5-5F7F9788B3E8}"/>
              </a:ext>
            </a:extLst>
          </p:cNvPr>
          <p:cNvCxnSpPr>
            <a:cxnSpLocks/>
          </p:cNvCxnSpPr>
          <p:nvPr/>
        </p:nvCxnSpPr>
        <p:spPr bwMode="auto">
          <a:xfrm>
            <a:off x="2957344" y="1742336"/>
            <a:ext cx="864096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4978643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ext Box 1">
            <a:extLst>
              <a:ext uri="{FF2B5EF4-FFF2-40B4-BE49-F238E27FC236}">
                <a16:creationId xmlns:a16="http://schemas.microsoft.com/office/drawing/2014/main" id="{6DF5B92A-EE8F-E581-B4F0-59E0725AA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188640"/>
            <a:ext cx="730485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pt-BR" sz="3600" dirty="0">
                <a:solidFill>
                  <a:srgbClr val="996633"/>
                </a:solidFill>
              </a:rPr>
              <a:t>Exercício</a:t>
            </a:r>
            <a:endParaRPr lang="pt-BR" altLang="pt-BR" sz="3600" i="0" dirty="0">
              <a:solidFill>
                <a:srgbClr val="996633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18E2EB6-1D33-A8CA-D560-9936207D5861}"/>
              </a:ext>
            </a:extLst>
          </p:cNvPr>
          <p:cNvSpPr txBox="1"/>
          <p:nvPr/>
        </p:nvSpPr>
        <p:spPr>
          <a:xfrm>
            <a:off x="1115616" y="1196752"/>
            <a:ext cx="730485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>
                <a:solidFill>
                  <a:schemeClr val="tx1"/>
                </a:solidFill>
              </a:rPr>
              <a:t>A partir da definição da classe Venda faça sua implementação (Venda.java) e em seguida monte uma Gui (GuiVenda.java) que realize as operações de consulta, inclusão, alteração, exclusão na tabela </a:t>
            </a:r>
            <a:r>
              <a:rPr lang="pt-BR" dirty="0" err="1">
                <a:solidFill>
                  <a:schemeClr val="tx1"/>
                </a:solidFill>
              </a:rPr>
              <a:t>TblVenda</a:t>
            </a:r>
            <a:r>
              <a:rPr lang="pt-BR" dirty="0">
                <a:solidFill>
                  <a:schemeClr val="tx1"/>
                </a:solidFill>
              </a:rPr>
              <a:t>. Ao final implemente a classe </a:t>
            </a:r>
            <a:r>
              <a:rPr lang="pt-BR" dirty="0" err="1">
                <a:solidFill>
                  <a:schemeClr val="tx1"/>
                </a:solidFill>
              </a:rPr>
              <a:t>DaoVenda</a:t>
            </a:r>
            <a:r>
              <a:rPr lang="pt-BR" dirty="0">
                <a:solidFill>
                  <a:schemeClr val="tx1"/>
                </a:solidFill>
              </a:rPr>
              <a:t> com a finalidade de armazenar e manter objetos da classe Venda na base de dados.</a:t>
            </a:r>
          </a:p>
        </p:txBody>
      </p:sp>
    </p:spTree>
    <p:extLst>
      <p:ext uri="{BB962C8B-B14F-4D97-AF65-F5344CB8AC3E}">
        <p14:creationId xmlns:p14="http://schemas.microsoft.com/office/powerpoint/2010/main" val="1280686237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ext Box 1">
            <a:extLst>
              <a:ext uri="{FF2B5EF4-FFF2-40B4-BE49-F238E27FC236}">
                <a16:creationId xmlns:a16="http://schemas.microsoft.com/office/drawing/2014/main" id="{6DF5B92A-EE8F-E581-B4F0-59E0725AA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188640"/>
            <a:ext cx="730485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pt-BR" sz="3600" dirty="0">
                <a:solidFill>
                  <a:srgbClr val="996633"/>
                </a:solidFill>
              </a:rPr>
              <a:t>Exercício</a:t>
            </a:r>
            <a:endParaRPr lang="pt-BR" altLang="pt-BR" sz="3600" i="0" dirty="0">
              <a:solidFill>
                <a:srgbClr val="996633"/>
              </a:solidFill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566A060-6D98-56EC-6F4C-F0959B06C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563" y="1052736"/>
            <a:ext cx="7781925" cy="446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918236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ext Box 1">
            <a:extLst>
              <a:ext uri="{FF2B5EF4-FFF2-40B4-BE49-F238E27FC236}">
                <a16:creationId xmlns:a16="http://schemas.microsoft.com/office/drawing/2014/main" id="{6DF5B92A-EE8F-E581-B4F0-59E0725AA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188640"/>
            <a:ext cx="730485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pt-BR" sz="3600" dirty="0">
                <a:solidFill>
                  <a:srgbClr val="996633"/>
                </a:solidFill>
              </a:rPr>
              <a:t>Exercício</a:t>
            </a:r>
            <a:endParaRPr lang="pt-BR" altLang="pt-BR" sz="3600" i="0" dirty="0">
              <a:solidFill>
                <a:srgbClr val="996633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B509883-C5FD-99B6-B4B9-98FF37A04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1357709"/>
            <a:ext cx="7694898" cy="4142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115355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ext Box 1">
            <a:extLst>
              <a:ext uri="{FF2B5EF4-FFF2-40B4-BE49-F238E27FC236}">
                <a16:creationId xmlns:a16="http://schemas.microsoft.com/office/drawing/2014/main" id="{6DF5B92A-EE8F-E581-B4F0-59E0725AA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188640"/>
            <a:ext cx="730485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pt-BR" sz="3600" dirty="0">
                <a:solidFill>
                  <a:srgbClr val="996633"/>
                </a:solidFill>
              </a:rPr>
              <a:t>Exercício</a:t>
            </a:r>
            <a:endParaRPr lang="pt-BR" altLang="pt-BR" sz="3600" i="0" dirty="0">
              <a:solidFill>
                <a:srgbClr val="996633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C38FBAA-4942-3D45-13F1-4CF865FAF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1340768"/>
            <a:ext cx="7531441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744135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ext Box 1">
            <a:extLst>
              <a:ext uri="{FF2B5EF4-FFF2-40B4-BE49-F238E27FC236}">
                <a16:creationId xmlns:a16="http://schemas.microsoft.com/office/drawing/2014/main" id="{6DF5B92A-EE8F-E581-B4F0-59E0725AA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188640"/>
            <a:ext cx="730485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pt-BR" sz="3600" i="0" dirty="0" err="1">
                <a:solidFill>
                  <a:srgbClr val="996633"/>
                </a:solidFill>
              </a:rPr>
              <a:t>DaoAlun</a:t>
            </a:r>
            <a:r>
              <a:rPr lang="pt-BR" altLang="pt-BR" sz="3600" dirty="0" err="1">
                <a:solidFill>
                  <a:srgbClr val="996633"/>
                </a:solidFill>
              </a:rPr>
              <a:t>o</a:t>
            </a:r>
            <a:r>
              <a:rPr lang="pt-BR" altLang="pt-BR" sz="3600" dirty="0">
                <a:solidFill>
                  <a:srgbClr val="996633"/>
                </a:solidFill>
              </a:rPr>
              <a:t> – Operação de Consulta</a:t>
            </a:r>
            <a:endParaRPr lang="pt-BR" altLang="pt-BR" sz="3600" i="0" dirty="0">
              <a:solidFill>
                <a:srgbClr val="996633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7D25A6C-3535-7345-6CD6-9927DB8E0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568" y="914098"/>
            <a:ext cx="8038893" cy="4675142"/>
          </a:xfrm>
          <a:prstGeom prst="rect">
            <a:avLst/>
          </a:prstGeom>
        </p:spPr>
      </p:pic>
      <p:sp>
        <p:nvSpPr>
          <p:cNvPr id="5" name="Seta: Circular 4">
            <a:hlinkClick r:id="rId4" action="ppaction://hlinksldjump"/>
            <a:extLst>
              <a:ext uri="{FF2B5EF4-FFF2-40B4-BE49-F238E27FC236}">
                <a16:creationId xmlns:a16="http://schemas.microsoft.com/office/drawing/2014/main" id="{943DAE01-C7D3-2918-D5DA-D209EEAEFA01}"/>
              </a:ext>
            </a:extLst>
          </p:cNvPr>
          <p:cNvSpPr/>
          <p:nvPr/>
        </p:nvSpPr>
        <p:spPr bwMode="auto">
          <a:xfrm rot="10950621">
            <a:off x="8192624" y="5601407"/>
            <a:ext cx="576064" cy="936104"/>
          </a:xfrm>
          <a:prstGeom prst="circularArrow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pt-BR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pitchFamily="16" charset="0"/>
              <a:ea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5052572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ext Box 1">
            <a:extLst>
              <a:ext uri="{FF2B5EF4-FFF2-40B4-BE49-F238E27FC236}">
                <a16:creationId xmlns:a16="http://schemas.microsoft.com/office/drawing/2014/main" id="{6DF5B92A-EE8F-E581-B4F0-59E0725AA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188640"/>
            <a:ext cx="730485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pt-BR" sz="3600" i="0" dirty="0" err="1">
                <a:solidFill>
                  <a:srgbClr val="996633"/>
                </a:solidFill>
              </a:rPr>
              <a:t>DaoAlun</a:t>
            </a:r>
            <a:r>
              <a:rPr lang="pt-BR" altLang="pt-BR" sz="3600" dirty="0" err="1">
                <a:solidFill>
                  <a:srgbClr val="996633"/>
                </a:solidFill>
              </a:rPr>
              <a:t>o</a:t>
            </a:r>
            <a:r>
              <a:rPr lang="pt-BR" altLang="pt-BR" sz="3600" dirty="0">
                <a:solidFill>
                  <a:srgbClr val="996633"/>
                </a:solidFill>
              </a:rPr>
              <a:t> – Operação de Inclusão</a:t>
            </a:r>
            <a:endParaRPr lang="pt-BR" altLang="pt-BR" sz="3600" i="0" dirty="0">
              <a:solidFill>
                <a:srgbClr val="996633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7095FB7-FA4A-4DB1-0C0B-D19EE6572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496" y="1406641"/>
            <a:ext cx="8028384" cy="3551242"/>
          </a:xfrm>
          <a:prstGeom prst="rect">
            <a:avLst/>
          </a:prstGeom>
        </p:spPr>
      </p:pic>
      <p:sp>
        <p:nvSpPr>
          <p:cNvPr id="4" name="Seta: Circular 3">
            <a:hlinkClick r:id="rId4" action="ppaction://hlinksldjump"/>
            <a:extLst>
              <a:ext uri="{FF2B5EF4-FFF2-40B4-BE49-F238E27FC236}">
                <a16:creationId xmlns:a16="http://schemas.microsoft.com/office/drawing/2014/main" id="{4C24446C-A596-B9FD-17B4-EEC42F620CEA}"/>
              </a:ext>
            </a:extLst>
          </p:cNvPr>
          <p:cNvSpPr/>
          <p:nvPr/>
        </p:nvSpPr>
        <p:spPr bwMode="auto">
          <a:xfrm rot="10950621">
            <a:off x="8192624" y="5601407"/>
            <a:ext cx="576064" cy="936104"/>
          </a:xfrm>
          <a:prstGeom prst="circularArrow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pt-BR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pitchFamily="16" charset="0"/>
              <a:ea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8860710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ext Box 1">
            <a:extLst>
              <a:ext uri="{FF2B5EF4-FFF2-40B4-BE49-F238E27FC236}">
                <a16:creationId xmlns:a16="http://schemas.microsoft.com/office/drawing/2014/main" id="{6DF5B92A-EE8F-E581-B4F0-59E0725AA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188640"/>
            <a:ext cx="730485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pt-BR" sz="3600" i="0" dirty="0" err="1">
                <a:solidFill>
                  <a:srgbClr val="996633"/>
                </a:solidFill>
              </a:rPr>
              <a:t>DaoAlun</a:t>
            </a:r>
            <a:r>
              <a:rPr lang="pt-BR" altLang="pt-BR" sz="3600" dirty="0" err="1">
                <a:solidFill>
                  <a:srgbClr val="996633"/>
                </a:solidFill>
              </a:rPr>
              <a:t>o</a:t>
            </a:r>
            <a:r>
              <a:rPr lang="pt-BR" altLang="pt-BR" sz="3600" dirty="0">
                <a:solidFill>
                  <a:srgbClr val="996633"/>
                </a:solidFill>
              </a:rPr>
              <a:t> – Operação de Alteração</a:t>
            </a:r>
            <a:endParaRPr lang="pt-BR" altLang="pt-BR" sz="3600" i="0" dirty="0">
              <a:solidFill>
                <a:srgbClr val="996633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EC394B6-C00B-C122-708D-7F6CA5902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230" y="924549"/>
            <a:ext cx="7989809" cy="4376660"/>
          </a:xfrm>
          <a:prstGeom prst="rect">
            <a:avLst/>
          </a:prstGeom>
        </p:spPr>
      </p:pic>
      <p:sp>
        <p:nvSpPr>
          <p:cNvPr id="4" name="Seta: Circular 3">
            <a:hlinkClick r:id="rId4" action="ppaction://hlinksldjump"/>
            <a:extLst>
              <a:ext uri="{FF2B5EF4-FFF2-40B4-BE49-F238E27FC236}">
                <a16:creationId xmlns:a16="http://schemas.microsoft.com/office/drawing/2014/main" id="{92B73DFE-89F5-C189-6E6C-F8873709DF6C}"/>
              </a:ext>
            </a:extLst>
          </p:cNvPr>
          <p:cNvSpPr/>
          <p:nvPr/>
        </p:nvSpPr>
        <p:spPr bwMode="auto">
          <a:xfrm rot="10950621">
            <a:off x="8192624" y="5601407"/>
            <a:ext cx="576064" cy="936104"/>
          </a:xfrm>
          <a:prstGeom prst="circularArrow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pt-BR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pitchFamily="16" charset="0"/>
              <a:ea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2319369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ext Box 1">
            <a:extLst>
              <a:ext uri="{FF2B5EF4-FFF2-40B4-BE49-F238E27FC236}">
                <a16:creationId xmlns:a16="http://schemas.microsoft.com/office/drawing/2014/main" id="{6DF5B92A-EE8F-E581-B4F0-59E0725AA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188640"/>
            <a:ext cx="730485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pt-BR" altLang="pt-BR" sz="3600" i="0" dirty="0" err="1">
                <a:solidFill>
                  <a:srgbClr val="996633"/>
                </a:solidFill>
              </a:rPr>
              <a:t>DaoAlun</a:t>
            </a:r>
            <a:r>
              <a:rPr lang="pt-BR" altLang="pt-BR" sz="3600" dirty="0" err="1">
                <a:solidFill>
                  <a:srgbClr val="996633"/>
                </a:solidFill>
              </a:rPr>
              <a:t>o</a:t>
            </a:r>
            <a:r>
              <a:rPr lang="pt-BR" altLang="pt-BR" sz="3600" dirty="0">
                <a:solidFill>
                  <a:srgbClr val="996633"/>
                </a:solidFill>
              </a:rPr>
              <a:t> – Operação de Exclusão</a:t>
            </a:r>
            <a:endParaRPr lang="pt-BR" altLang="pt-BR" sz="3600" i="0" dirty="0">
              <a:solidFill>
                <a:srgbClr val="996633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4E5D032-FEFF-EF9B-7F1D-3AB0B0266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400" y="1259488"/>
            <a:ext cx="8064896" cy="2903832"/>
          </a:xfrm>
          <a:prstGeom prst="rect">
            <a:avLst/>
          </a:prstGeom>
        </p:spPr>
      </p:pic>
      <p:sp>
        <p:nvSpPr>
          <p:cNvPr id="4" name="Seta: Circular 3">
            <a:hlinkClick r:id="rId4" action="ppaction://hlinksldjump"/>
            <a:extLst>
              <a:ext uri="{FF2B5EF4-FFF2-40B4-BE49-F238E27FC236}">
                <a16:creationId xmlns:a16="http://schemas.microsoft.com/office/drawing/2014/main" id="{FA34A1C6-5E6D-1610-A1C4-F31B31316680}"/>
              </a:ext>
            </a:extLst>
          </p:cNvPr>
          <p:cNvSpPr/>
          <p:nvPr/>
        </p:nvSpPr>
        <p:spPr bwMode="auto">
          <a:xfrm rot="10950621">
            <a:off x="8192624" y="5601407"/>
            <a:ext cx="576064" cy="936104"/>
          </a:xfrm>
          <a:prstGeom prst="circularArrow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pt-BR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pitchFamily="16" charset="0"/>
              <a:ea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30238048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ema do Office">
      <a:majorFont>
        <a:latin typeface="Times New Roman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6" charset="0"/>
            <a:ea typeface="Microsoft YaHei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6" charset="0"/>
            <a:ea typeface="Microsoft YaHei" charset="-122"/>
          </a:defRPr>
        </a:defPPr>
      </a:lstStyle>
    </a:lnDef>
  </a:objectDefaults>
  <a:extraClrSchemeLst>
    <a:extraClrScheme>
      <a:clrScheme name="Tema do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o 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C62EBB6F72D5849B9711BA8ACC3ACCF" ma:contentTypeVersion="3" ma:contentTypeDescription="Crie um novo documento." ma:contentTypeScope="" ma:versionID="73a93bd47f40f3d04206b75cee7ec49f">
  <xsd:schema xmlns:xsd="http://www.w3.org/2001/XMLSchema" xmlns:xs="http://www.w3.org/2001/XMLSchema" xmlns:p="http://schemas.microsoft.com/office/2006/metadata/properties" xmlns:ns2="b54e9047-b1b1-4545-96ba-1fa4956b4fc2" targetNamespace="http://schemas.microsoft.com/office/2006/metadata/properties" ma:root="true" ma:fieldsID="6f833cb005652b76518332ee8b16564c" ns2:_="">
    <xsd:import namespace="b54e9047-b1b1-4545-96ba-1fa4956b4f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4e9047-b1b1-4545-96ba-1fa4956b4fc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7B86AC4-48AA-45BE-978E-F785B73E7C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54e9047-b1b1-4545-96ba-1fa4956b4f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23FBC97-CC67-43A6-A0CD-E21AEC64E2D5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b54e9047-b1b1-4545-96ba-1fa4956b4fc2"/>
    <ds:schemaRef ds:uri="http://schemas.microsoft.com/office/infopath/2007/PartnerControl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FB9B7C6-485A-4E78-A228-3E906CBDD1C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1294</TotalTime>
  <Words>495</Words>
  <Application>Microsoft Office PowerPoint</Application>
  <PresentationFormat>Apresentação na tela (4:3)</PresentationFormat>
  <Paragraphs>65</Paragraphs>
  <Slides>22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7" baseType="lpstr">
      <vt:lpstr>Arial</vt:lpstr>
      <vt:lpstr>Symbol</vt:lpstr>
      <vt:lpstr>Times New Roman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4 - Usando os Operadores Lógicos</dc:title>
  <dc:creator>Dimas Ferreira Cardoso</dc:creator>
  <cp:lastModifiedBy>Dimas Cardoso</cp:lastModifiedBy>
  <cp:revision>113</cp:revision>
  <cp:lastPrinted>1601-01-01T00:00:00Z</cp:lastPrinted>
  <dcterms:created xsi:type="dcterms:W3CDTF">2001-03-30T19:39:29Z</dcterms:created>
  <dcterms:modified xsi:type="dcterms:W3CDTF">2025-05-20T17:41:02Z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0x0101001C62EBB6F72D5849B9711BA8ACC3ACCF</vt:lpwstr>
  </property>
</Properties>
</file>